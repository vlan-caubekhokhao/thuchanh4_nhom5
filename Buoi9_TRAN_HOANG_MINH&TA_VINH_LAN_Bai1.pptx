
<file path=[Content_Types].xml><?xml version="1.0" encoding="utf-8"?>
<Types xmlns="http://schemas.openxmlformats.org/package/2006/content-types">
  <Default Extension="jpeg" ContentType="image/jpeg"/>
  <Default Extension="JPG" ContentType="image/.jpg"/>
  <Default Extension="wav" ContentType="audio/x-wav"/>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handoutMasters/handoutMaster1.xml" ContentType="application/vnd.openxmlformats-officedocument.presentationml.handoutMaster+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handoutMasterIdLst>
    <p:handoutMasterId r:id="rId11"/>
  </p:handoutMasterIdLst>
  <p:sldIdLst>
    <p:sldId id="256" r:id="rId3"/>
    <p:sldId id="257" r:id="rId4"/>
    <p:sldId id="258" r:id="rId5"/>
    <p:sldId id="259" r:id="rId6"/>
    <p:sldId id="260" r:id="rId7"/>
    <p:sldId id="262" r:id="rId8"/>
    <p:sldId id="264" r:id="rId9"/>
    <p:sldId id="263" r:id="rId1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996633"/>
    <a:srgbClr val="FFCC99"/>
    <a:srgbClr val="FFFF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6006" autoAdjust="0"/>
    <p:restoredTop sz="94660"/>
  </p:normalViewPr>
  <p:slideViewPr>
    <p:cSldViewPr snapToGrid="0">
      <p:cViewPr varScale="1">
        <p:scale>
          <a:sx n="70" d="100"/>
          <a:sy n="70" d="100"/>
        </p:scale>
        <p:origin x="1123" y="278"/>
      </p:cViewPr>
      <p:guideLst/>
    </p:cSldViewPr>
  </p:slideViewPr>
  <p:notesTextViewPr>
    <p:cViewPr>
      <p:scale>
        <a:sx n="1" d="1"/>
        <a:sy n="1" d="1"/>
      </p:scale>
      <p:origin x="0" y="0"/>
    </p:cViewPr>
  </p:notesTextViewPr>
  <p:notesViewPr>
    <p:cSldViewPr snapToGrid="0">
      <p:cViewPr varScale="1">
        <p:scale>
          <a:sx n="67" d="100"/>
          <a:sy n="67" d="100"/>
        </p:scale>
        <p:origin x="2829" y="27"/>
      </p:cViewPr>
      <p:guideLst/>
    </p:cSldViewPr>
  </p:notesViewPr>
  <p:gridSpacing cx="76200" cy="76200"/>
</p:viewPr>
</file>

<file path=ppt/_rels/presentation.xml.rels><?xml version="1.0" encoding="UTF-8" standalone="yes"?>
<Relationships xmlns="http://schemas.openxmlformats.org/package/2006/relationships"><Relationship Id="rId9" Type="http://schemas.openxmlformats.org/officeDocument/2006/relationships/slide" Target="slides/slide7.xml"/><Relationship Id="rId8" Type="http://schemas.openxmlformats.org/officeDocument/2006/relationships/slide" Target="slides/slide6.xml"/><Relationship Id="rId7" Type="http://schemas.openxmlformats.org/officeDocument/2006/relationships/slide" Target="slides/slide5.xml"/><Relationship Id="rId6" Type="http://schemas.openxmlformats.org/officeDocument/2006/relationships/slide" Target="slides/slide4.xml"/><Relationship Id="rId5" Type="http://schemas.openxmlformats.org/officeDocument/2006/relationships/slide" Target="slides/slide3.xml"/><Relationship Id="rId4" Type="http://schemas.openxmlformats.org/officeDocument/2006/relationships/slide" Target="slides/slide2.xml"/><Relationship Id="rId3" Type="http://schemas.openxmlformats.org/officeDocument/2006/relationships/slide" Target="slides/slide1.xml"/><Relationship Id="rId2" Type="http://schemas.openxmlformats.org/officeDocument/2006/relationships/theme" Target="theme/theme1.xml"/><Relationship Id="rId14" Type="http://schemas.openxmlformats.org/officeDocument/2006/relationships/tableStyles" Target="tableStyles.xml"/><Relationship Id="rId13" Type="http://schemas.openxmlformats.org/officeDocument/2006/relationships/viewProps" Target="viewProps.xml"/><Relationship Id="rId12" Type="http://schemas.openxmlformats.org/officeDocument/2006/relationships/presProps" Target="presProps.xml"/><Relationship Id="rId11" Type="http://schemas.openxmlformats.org/officeDocument/2006/relationships/handoutMaster" Target="handoutMasters/handoutMaster1.xml"/><Relationship Id="rId10" Type="http://schemas.openxmlformats.org/officeDocument/2006/relationships/slide" Target="slides/slide8.xml"/><Relationship Id="rId1" Type="http://schemas.openxmlformats.org/officeDocument/2006/relationships/slideMaster" Target="slideMasters/slide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2.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1D1AE970-9621-47D5-969F-F5E5910E5CEA}" type="datetimeFigureOut">
              <a:rPr lang="en-US" smtClean="0"/>
            </a:fld>
            <a:endParaRPr lang="en-US"/>
          </a:p>
        </p:txBody>
      </p:sp>
      <p:sp>
        <p:nvSpPr>
          <p:cNvPr id="4" name="Footer Placeholder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A1CE5ED6-6BBE-4D79-85CD-9102B6257D70}" type="slidenum">
              <a:rPr lang="en-US" smtClean="0"/>
            </a:fld>
            <a:endParaRPr lang="en-US"/>
          </a:p>
        </p:txBody>
      </p:sp>
    </p:spTree>
  </p:cSld>
  <p:clrMap bg1="lt1" tx1="dk1" bg2="lt2" tx2="dk2" accent1="accent1" accent2="accent2" accent3="accent3" accent4="accent4" accent5="accent5" accent6="accent6" hlink="hlink" folHlink="folHlink"/>
</p:handoutMaster>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bg>
      <p:bgPr>
        <a:blipFill dpi="0" rotWithShape="1">
          <a:blip r:embed="rId2">
            <a:lum/>
          </a:blip>
          <a:srcRect/>
          <a:stretch>
            <a:fillRect t="-17000" b="-17000"/>
          </a:stretch>
        </a:blip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5000"/>
            </a:lvl1pPr>
          </a:lstStyle>
          <a:p>
            <a:r>
              <a:rPr lang="en-US" dirty="0"/>
              <a:t>Click to edit Master title style</a:t>
            </a:r>
            <a:endParaRPr lang="en-US" dirty="0"/>
          </a:p>
        </p:txBody>
      </p:sp>
      <p:sp>
        <p:nvSpPr>
          <p:cNvPr id="3" name="Subtitle 2"/>
          <p:cNvSpPr>
            <a:spLocks noGrp="1"/>
          </p:cNvSpPr>
          <p:nvPr>
            <p:ph type="subTitle" idx="1"/>
          </p:nvPr>
        </p:nvSpPr>
        <p:spPr>
          <a:xfrm>
            <a:off x="1524000" y="3602038"/>
            <a:ext cx="9144000" cy="1655762"/>
          </a:xfrm>
        </p:spPr>
        <p:txBody>
          <a:bodyPr/>
          <a:lstStyle>
            <a:lvl1pPr marL="0" indent="0" algn="ctr">
              <a:buNone/>
              <a:defRPr sz="3200" b="1">
                <a:latin typeface="Times New Roman" panose="02020603050405020304" pitchFamily="18" charset="0"/>
                <a:cs typeface="Times New Roman" panose="02020603050405020304" pitchFamily="18"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Master subtitle style</a:t>
            </a:r>
            <a:endParaRPr lang="en-US" dirty="0"/>
          </a:p>
        </p:txBody>
      </p:sp>
      <p:sp>
        <p:nvSpPr>
          <p:cNvPr id="4" name="Date Placeholder 3"/>
          <p:cNvSpPr>
            <a:spLocks noGrp="1"/>
          </p:cNvSpPr>
          <p:nvPr>
            <p:ph type="dt" sz="half" idx="10"/>
          </p:nvPr>
        </p:nvSpPr>
        <p:spPr/>
        <p:txBody>
          <a:bodyPr/>
          <a:lstStyle/>
          <a:p>
            <a:fld id="{1D95FA7B-1BCA-40B6-9CBA-BF3A8A7905F2}"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CCD0372-4F5A-49A6-8C02-05EC31156129}" type="slidenum">
              <a:rPr lang="en-US" smtClean="0"/>
            </a:fld>
            <a:endParaRPr 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a:p>
        </p:txBody>
      </p:sp>
      <p:sp>
        <p:nvSpPr>
          <p:cNvPr id="3" name="Content Placeholder 2"/>
          <p:cNvSpPr>
            <a:spLocks noGrp="1"/>
          </p:cNvSpPr>
          <p:nvPr>
            <p:ph idx="1"/>
          </p:nvPr>
        </p:nvSpPr>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Date Placeholder 3"/>
          <p:cNvSpPr>
            <a:spLocks noGrp="1"/>
          </p:cNvSpPr>
          <p:nvPr>
            <p:ph type="dt" sz="half" idx="10"/>
          </p:nvPr>
        </p:nvSpPr>
        <p:spPr/>
        <p:txBody>
          <a:bodyPr/>
          <a:lstStyle/>
          <a:p>
            <a:fld id="{1D95FA7B-1BCA-40B6-9CBA-BF3A8A7905F2}"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CCD0372-4F5A-49A6-8C02-05EC31156129}" type="slidenum">
              <a:rPr lang="en-US" smtClean="0"/>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US"/>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endParaRPr lang="en-US"/>
          </a:p>
        </p:txBody>
      </p:sp>
      <p:sp>
        <p:nvSpPr>
          <p:cNvPr id="4" name="Date Placeholder 3"/>
          <p:cNvSpPr>
            <a:spLocks noGrp="1"/>
          </p:cNvSpPr>
          <p:nvPr>
            <p:ph type="dt" sz="half" idx="10"/>
          </p:nvPr>
        </p:nvSpPr>
        <p:spPr/>
        <p:txBody>
          <a:bodyPr/>
          <a:lstStyle/>
          <a:p>
            <a:fld id="{1D95FA7B-1BCA-40B6-9CBA-BF3A8A7905F2}"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CCD0372-4F5A-49A6-8C02-05EC31156129}" type="slidenum">
              <a:rPr lang="en-US" smtClean="0"/>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5" name="Date Placeholder 4"/>
          <p:cNvSpPr>
            <a:spLocks noGrp="1"/>
          </p:cNvSpPr>
          <p:nvPr>
            <p:ph type="dt" sz="half" idx="10"/>
          </p:nvPr>
        </p:nvSpPr>
        <p:spPr/>
        <p:txBody>
          <a:bodyPr/>
          <a:lstStyle/>
          <a:p>
            <a:fld id="{1D95FA7B-1BCA-40B6-9CBA-BF3A8A7905F2}"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CCD0372-4F5A-49A6-8C02-05EC31156129}" type="slidenum">
              <a:rPr lang="en-US" smtClean="0"/>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endParaRPr lang="en-US"/>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endParaRPr lang="en-US"/>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endParaRPr lang="en-US"/>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7" name="Date Placeholder 6"/>
          <p:cNvSpPr>
            <a:spLocks noGrp="1"/>
          </p:cNvSpPr>
          <p:nvPr>
            <p:ph type="dt" sz="half" idx="10"/>
          </p:nvPr>
        </p:nvSpPr>
        <p:spPr/>
        <p:txBody>
          <a:bodyPr/>
          <a:lstStyle/>
          <a:p>
            <a:fld id="{1D95FA7B-1BCA-40B6-9CBA-BF3A8A7905F2}" type="datetimeFigureOut">
              <a:rPr lang="en-US" smtClean="0"/>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9CCD0372-4F5A-49A6-8C02-05EC31156129}" type="slidenum">
              <a:rPr lang="en-US" smtClean="0"/>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bg>
      <p:bgPr>
        <a:blipFill dpi="0" rotWithShape="1">
          <a:blip r:embed="rId2">
            <a:lum/>
          </a:blip>
          <a:srcRect/>
          <a:stretch>
            <a:fillRect t="-17000" b="-17000"/>
          </a:stretch>
        </a:blip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838200" y="381261"/>
            <a:ext cx="10515600" cy="1325563"/>
          </a:xfrm>
        </p:spPr>
        <p:txBody>
          <a:bodyPr/>
          <a:lstStyle>
            <a:lvl1pPr>
              <a:defRPr>
                <a:solidFill>
                  <a:schemeClr val="tx1"/>
                </a:solidFill>
              </a:defRPr>
            </a:lvl1pPr>
          </a:lstStyle>
          <a:p>
            <a:r>
              <a:rPr lang="en-US" dirty="0"/>
              <a:t>Click to edit Master title style</a:t>
            </a:r>
            <a:endParaRPr lang="en-US" dirty="0"/>
          </a:p>
        </p:txBody>
      </p:sp>
      <p:sp>
        <p:nvSpPr>
          <p:cNvPr id="3" name="Date Placeholder 2"/>
          <p:cNvSpPr>
            <a:spLocks noGrp="1"/>
          </p:cNvSpPr>
          <p:nvPr>
            <p:ph type="dt" sz="half" idx="10"/>
          </p:nvPr>
        </p:nvSpPr>
        <p:spPr/>
        <p:txBody>
          <a:bodyPr/>
          <a:lstStyle/>
          <a:p>
            <a:fld id="{1D95FA7B-1BCA-40B6-9CBA-BF3A8A7905F2}" type="datetimeFigureOut">
              <a:rPr lang="en-US" smtClean="0"/>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9CCD0372-4F5A-49A6-8C02-05EC31156129}" type="slidenum">
              <a:rPr lang="en-US" smtClean="0"/>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95FA7B-1BCA-40B6-9CBA-BF3A8A7905F2}" type="datetimeFigureOut">
              <a:rPr lang="en-US" smtClean="0"/>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9CCD0372-4F5A-49A6-8C02-05EC31156129}" type="slidenum">
              <a:rPr lang="en-US" smtClean="0"/>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endParaRPr lang="en-US"/>
          </a:p>
        </p:txBody>
      </p:sp>
      <p:sp>
        <p:nvSpPr>
          <p:cNvPr id="5" name="Date Placeholder 4"/>
          <p:cNvSpPr>
            <a:spLocks noGrp="1"/>
          </p:cNvSpPr>
          <p:nvPr>
            <p:ph type="dt" sz="half" idx="10"/>
          </p:nvPr>
        </p:nvSpPr>
        <p:spPr/>
        <p:txBody>
          <a:bodyPr/>
          <a:lstStyle/>
          <a:p>
            <a:fld id="{1D95FA7B-1BCA-40B6-9CBA-BF3A8A7905F2}"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CCD0372-4F5A-49A6-8C02-05EC31156129}" type="slidenum">
              <a:rPr lang="en-US" smtClean="0"/>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endParaRPr lang="en-US"/>
          </a:p>
        </p:txBody>
      </p:sp>
      <p:sp>
        <p:nvSpPr>
          <p:cNvPr id="5" name="Date Placeholder 4"/>
          <p:cNvSpPr>
            <a:spLocks noGrp="1"/>
          </p:cNvSpPr>
          <p:nvPr>
            <p:ph type="dt" sz="half" idx="10"/>
          </p:nvPr>
        </p:nvSpPr>
        <p:spPr/>
        <p:txBody>
          <a:bodyPr/>
          <a:lstStyle/>
          <a:p>
            <a:fld id="{1D95FA7B-1BCA-40B6-9CBA-BF3A8A7905F2}"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CCD0372-4F5A-49A6-8C02-05EC31156129}" type="slidenum">
              <a:rPr lang="en-US" smtClean="0"/>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Date Placeholder 3"/>
          <p:cNvSpPr>
            <a:spLocks noGrp="1"/>
          </p:cNvSpPr>
          <p:nvPr>
            <p:ph type="dt" sz="half" idx="10"/>
          </p:nvPr>
        </p:nvSpPr>
        <p:spPr/>
        <p:txBody>
          <a:bodyPr/>
          <a:lstStyle/>
          <a:p>
            <a:fld id="{1D95FA7B-1BCA-40B6-9CBA-BF3A8A7905F2}"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CCD0372-4F5A-49A6-8C02-05EC31156129}" type="slidenum">
              <a:rPr lang="en-US" smtClean="0"/>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endParaRPr lang="en-US"/>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Date Placeholder 3"/>
          <p:cNvSpPr>
            <a:spLocks noGrp="1"/>
          </p:cNvSpPr>
          <p:nvPr>
            <p:ph type="dt" sz="half" idx="10"/>
          </p:nvPr>
        </p:nvSpPr>
        <p:spPr/>
        <p:txBody>
          <a:bodyPr/>
          <a:lstStyle/>
          <a:p>
            <a:fld id="{1D95FA7B-1BCA-40B6-9CBA-BF3A8A7905F2}"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CCD0372-4F5A-49A6-8C02-05EC31156129}" type="slidenum">
              <a:rPr lang="en-US" smtClean="0"/>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3" Type="http://schemas.openxmlformats.org/officeDocument/2006/relationships/theme" Target="../theme/theme1.xml"/><Relationship Id="rId12" Type="http://schemas.openxmlformats.org/officeDocument/2006/relationships/image" Target="../media/image3.png"/><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12">
            <a:lum/>
          </a:blip>
          <a:srcRect/>
          <a:stretch>
            <a:fillRect t="-17000" b="-17000"/>
          </a:stretch>
        </a:blip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dirty="0"/>
              <a:t>Click to edit Master title style</a:t>
            </a:r>
            <a:endParaRPr lang="en-US" dirty="0"/>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dirty="0"/>
              <a:t>Click to edit Master text styles</a:t>
            </a:r>
            <a:endParaRPr lang="en-US" dirty="0"/>
          </a:p>
          <a:p>
            <a:pPr lvl="1"/>
            <a:r>
              <a:rPr lang="en-US" dirty="0"/>
              <a:t>Second level</a:t>
            </a:r>
            <a:endParaRPr lang="en-US" dirty="0"/>
          </a:p>
          <a:p>
            <a:pPr lvl="2"/>
            <a:r>
              <a:rPr lang="en-US" dirty="0"/>
              <a:t>Third level</a:t>
            </a:r>
            <a:endParaRPr lang="en-US" dirty="0"/>
          </a:p>
          <a:p>
            <a:pPr lvl="3"/>
            <a:r>
              <a:rPr lang="en-US" dirty="0"/>
              <a:t>Fourth level</a:t>
            </a:r>
            <a:endParaRPr lang="en-US" dirty="0"/>
          </a:p>
          <a:p>
            <a:pPr lvl="4"/>
            <a:r>
              <a:rPr lang="en-US" dirty="0"/>
              <a:t>Fifth level</a:t>
            </a:r>
            <a:endParaRPr lang="en-US" dirty="0"/>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1D95FA7B-1BCA-40B6-9CBA-BF3A8A7905F2}" type="datetimeFigureOut">
              <a:rPr lang="en-US" smtClean="0"/>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9CCD0372-4F5A-49A6-8C02-05EC31156129}" type="slidenum">
              <a:rPr lang="en-US" smtClean="0"/>
            </a:fld>
            <a:endParaRPr lang="en-US"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000" b="1" kern="1200">
          <a:solidFill>
            <a:srgbClr val="996633"/>
          </a:solidFill>
          <a:latin typeface="Times New Roman" panose="02020603050405020304" pitchFamily="18" charset="0"/>
          <a:ea typeface="+mj-ea"/>
          <a:cs typeface="Times New Roman" panose="02020603050405020304" pitchFamily="18" charset="0"/>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3200" kern="1200">
          <a:solidFill>
            <a:schemeClr val="tx1"/>
          </a:solidFill>
          <a:latin typeface="Times New Roman" panose="02020603050405020304" pitchFamily="18" charset="0"/>
          <a:ea typeface="+mn-ea"/>
          <a:cs typeface="Times New Roman" panose="02020603050405020304" pitchFamily="18" charset="0"/>
        </a:defRPr>
      </a:lvl1pPr>
      <a:lvl2pPr marL="685800" indent="-228600" algn="l" defTabSz="914400" rtl="0" eaLnBrk="1" latinLnBrk="0" hangingPunct="1">
        <a:lnSpc>
          <a:spcPct val="90000"/>
        </a:lnSpc>
        <a:spcBef>
          <a:spcPts val="500"/>
        </a:spcBef>
        <a:buFont typeface="Times New Roman" panose="02020603050405020304" pitchFamily="18" charset="0"/>
        <a:buChar char="‾"/>
        <a:defRPr sz="2800" kern="1200">
          <a:solidFill>
            <a:schemeClr val="tx1"/>
          </a:solidFill>
          <a:latin typeface="Times New Roman" panose="02020603050405020304" pitchFamily="18" charset="0"/>
          <a:ea typeface="+mn-ea"/>
          <a:cs typeface="Times New Roman" panose="02020603050405020304" pitchFamily="18" charset="0"/>
        </a:defRPr>
      </a:lvl2pPr>
      <a:lvl3pPr marL="1143000" indent="-228600" algn="l" defTabSz="914400" rtl="0" eaLnBrk="1" latinLnBrk="0" hangingPunct="1">
        <a:lnSpc>
          <a:spcPct val="90000"/>
        </a:lnSpc>
        <a:spcBef>
          <a:spcPts val="500"/>
        </a:spcBef>
        <a:buFont typeface="Times New Roman" panose="02020603050405020304" pitchFamily="18" charset="0"/>
        <a:buChar char="+"/>
        <a:defRPr sz="2400" kern="1200">
          <a:solidFill>
            <a:schemeClr val="tx1"/>
          </a:solidFill>
          <a:latin typeface="Times New Roman" panose="02020603050405020304" pitchFamily="18" charset="0"/>
          <a:ea typeface="+mn-ea"/>
          <a:cs typeface="Times New Roman" panose="02020603050405020304" pitchFamily="18" charset="0"/>
        </a:defRPr>
      </a:lvl3pPr>
      <a:lvl4pPr marL="1600200" indent="-228600" algn="l" defTabSz="914400" rtl="0" eaLnBrk="1" latinLnBrk="0" hangingPunct="1">
        <a:lnSpc>
          <a:spcPct val="90000"/>
        </a:lnSpc>
        <a:spcBef>
          <a:spcPts val="500"/>
        </a:spcBef>
        <a:buFont typeface="Wingdings" panose="05000000000000000000" pitchFamily="2" charset="2"/>
        <a:buChar char="q"/>
        <a:defRPr sz="2200" kern="1200">
          <a:solidFill>
            <a:schemeClr val="tx1"/>
          </a:solidFill>
          <a:latin typeface="Times New Roman" panose="02020603050405020304" pitchFamily="18" charset="0"/>
          <a:ea typeface="+mn-ea"/>
          <a:cs typeface="Times New Roman" panose="02020603050405020304" pitchFamily="18" charset="0"/>
        </a:defRPr>
      </a:lvl4pPr>
      <a:lvl5pPr marL="2057400" indent="-228600" algn="l" defTabSz="914400" rtl="0" eaLnBrk="1" latinLnBrk="0" hangingPunct="1">
        <a:lnSpc>
          <a:spcPct val="90000"/>
        </a:lnSpc>
        <a:spcBef>
          <a:spcPts val="500"/>
        </a:spcBef>
        <a:buFont typeface="Wingdings" panose="05000000000000000000" pitchFamily="2" charset="2"/>
        <a:buChar char="ü"/>
        <a:defRPr sz="2000" kern="1200">
          <a:solidFill>
            <a:schemeClr val="tx1"/>
          </a:solidFill>
          <a:latin typeface="Times New Roman" panose="02020603050405020304" pitchFamily="18" charset="0"/>
          <a:ea typeface="+mn-ea"/>
          <a:cs typeface="Times New Roman" panose="02020603050405020304" pitchFamily="18"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audio" Target="../media/audio1.wav"/></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slide" Target="slide7.xml"/></Relationships>
</file>

<file path=ppt/slides/_rels/slide4.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slide" Target="slide8.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slide" Target="slide3.xml"/></Relationships>
</file>

<file path=ppt/slides/_rels/slide8.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slide" Target="slide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vi-VN" dirty="0"/>
              <a:t>BỐ CỤC MỘT BÀI THUYẾT TRÌNH</a:t>
            </a:r>
            <a:endParaRPr lang="en-US" dirty="0"/>
          </a:p>
        </p:txBody>
      </p:sp>
      <p:sp>
        <p:nvSpPr>
          <p:cNvPr id="3" name="Subtitle 2"/>
          <p:cNvSpPr>
            <a:spLocks noGrp="1"/>
          </p:cNvSpPr>
          <p:nvPr>
            <p:ph type="subTitle" idx="1"/>
          </p:nvPr>
        </p:nvSpPr>
        <p:spPr/>
        <p:txBody>
          <a:bodyPr/>
          <a:lstStyle/>
          <a:p>
            <a:r>
              <a:rPr lang="vi-VN" dirty="0" err="1"/>
              <a:t>Ths</a:t>
            </a:r>
            <a:r>
              <a:rPr lang="vi-VN" dirty="0"/>
              <a:t>. Họ và Tên</a:t>
            </a:r>
            <a:endParaRPr lang="en-US" dirty="0"/>
          </a:p>
        </p:txBody>
      </p:sp>
    </p:spTree>
  </p:cSld>
  <p:clrMapOvr>
    <a:masterClrMapping/>
  </p:clrMapOvr>
  <mc:AlternateContent xmlns:mc="http://schemas.openxmlformats.org/markup-compatibility/2006">
    <mc:Choice xmlns:p14="http://schemas.microsoft.com/office/powerpoint/2010/main" Requires="p14">
      <p:transition spd="slow" p14:dur="1500">
        <p:split orient="vert" dir="in"/>
        <p:sndAc>
          <p:stSnd>
            <p:snd r:embed="rId1" name="hammer.wav"/>
          </p:stSnd>
        </p:sndAc>
      </p:transition>
    </mc:Choice>
    <mc:Fallback>
      <p:transition spd="slow">
        <p:split orient="vert" dir="in"/>
        <p:sndAc>
          <p:stSnd>
            <p:snd r:embed="rId1" name="hammer.wav"/>
          </p:stSnd>
        </p:sndAc>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vi-VN" dirty="0"/>
              <a:t>Giới thiệu</a:t>
            </a:r>
            <a:endParaRPr lang="en-US" dirty="0"/>
          </a:p>
        </p:txBody>
      </p:sp>
      <p:sp>
        <p:nvSpPr>
          <p:cNvPr id="3" name="Content Placeholder 2"/>
          <p:cNvSpPr>
            <a:spLocks noGrp="1"/>
          </p:cNvSpPr>
          <p:nvPr>
            <p:ph idx="1"/>
          </p:nvPr>
        </p:nvSpPr>
        <p:spPr/>
        <p:txBody>
          <a:bodyPr/>
          <a:lstStyle/>
          <a:p>
            <a:r>
              <a:rPr lang="vi-VN" dirty="0"/>
              <a:t>Phần mở đầu</a:t>
            </a:r>
            <a:endParaRPr lang="vi-VN" dirty="0"/>
          </a:p>
          <a:p>
            <a:pPr lvl="1"/>
            <a:r>
              <a:rPr lang="vi-VN" dirty="0"/>
              <a:t>Cần đạt được mục đích</a:t>
            </a:r>
            <a:endParaRPr lang="vi-VN" dirty="0"/>
          </a:p>
          <a:p>
            <a:r>
              <a:rPr lang="vi-VN" dirty="0"/>
              <a:t>Phần chính</a:t>
            </a:r>
            <a:endParaRPr lang="vi-VN" dirty="0"/>
          </a:p>
          <a:p>
            <a:pPr lvl="1"/>
            <a:r>
              <a:rPr lang="vi-VN" dirty="0"/>
              <a:t>Đưa ra giải pháp, ý kiến</a:t>
            </a:r>
            <a:endParaRPr lang="vi-VN" dirty="0"/>
          </a:p>
          <a:p>
            <a:r>
              <a:rPr lang="vi-VN" dirty="0"/>
              <a:t>Phần kết</a:t>
            </a:r>
            <a:endParaRPr lang="vi-VN" dirty="0"/>
          </a:p>
          <a:p>
            <a:pPr lvl="1"/>
            <a:r>
              <a:rPr lang="vi-VN" dirty="0"/>
              <a:t>Tóm tắt các nội dung đã được trình bày</a:t>
            </a:r>
            <a:endParaRPr lang="vi-VN" dirty="0"/>
          </a:p>
        </p:txBody>
      </p:sp>
    </p:spTree>
  </p:cSld>
  <p:clrMapOvr>
    <a:masterClrMapping/>
  </p:clrMapOvr>
  <mc:AlternateContent xmlns:mc="http://schemas.openxmlformats.org/markup-compatibility/2006">
    <mc:Choice xmlns:p14="http://schemas.microsoft.com/office/powerpoint/2010/main" Requires="p14">
      <p:transition spd="slow" p14:dur="1600">
        <p14:prism isInverted="1"/>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16" fill="hold" grpId="0" nodeType="clickEffect">
                                  <p:stCondLst>
                                    <p:cond delay="0"/>
                                  </p:stCondLst>
                                  <p:childTnLst>
                                    <p:set>
                                      <p:cBhvr>
                                        <p:cTn id="6" dur="1000" fill="hold">
                                          <p:stCondLst>
                                            <p:cond delay="0"/>
                                          </p:stCondLst>
                                        </p:cTn>
                                        <p:tgtEl>
                                          <p:spTgt spid="3">
                                            <p:txEl>
                                              <p:pRg st="0" end="0"/>
                                            </p:txEl>
                                          </p:spTgt>
                                        </p:tgtEl>
                                        <p:attrNameLst>
                                          <p:attrName>style.visibility</p:attrName>
                                        </p:attrNameLst>
                                      </p:cBhvr>
                                      <p:to>
                                        <p:strVal val="visible"/>
                                      </p:to>
                                    </p:set>
                                    <p:animEffect transition="in" filter="box(in)">
                                      <p:cBhvr>
                                        <p:cTn id="7" dur="1000"/>
                                        <p:tgtEl>
                                          <p:spTgt spid="3">
                                            <p:txEl>
                                              <p:pRg st="0" end="0"/>
                                            </p:txEl>
                                          </p:spTgt>
                                        </p:tgtEl>
                                      </p:cBhvr>
                                    </p:animEffect>
                                  </p:childTnLst>
                                </p:cTn>
                              </p:par>
                              <p:par>
                                <p:cTn id="8" presetID="4" presetClass="entr" presetSubtype="16" fill="hold" grpId="0" nodeType="withEffect">
                                  <p:stCondLst>
                                    <p:cond delay="0"/>
                                  </p:stCondLst>
                                  <p:childTnLst>
                                    <p:set>
                                      <p:cBhvr>
                                        <p:cTn id="9" dur="1000" fill="hold">
                                          <p:stCondLst>
                                            <p:cond delay="0"/>
                                          </p:stCondLst>
                                        </p:cTn>
                                        <p:tgtEl>
                                          <p:spTgt spid="3">
                                            <p:txEl>
                                              <p:pRg st="1" end="1"/>
                                            </p:txEl>
                                          </p:spTgt>
                                        </p:tgtEl>
                                        <p:attrNameLst>
                                          <p:attrName>style.visibility</p:attrName>
                                        </p:attrNameLst>
                                      </p:cBhvr>
                                      <p:to>
                                        <p:strVal val="visible"/>
                                      </p:to>
                                    </p:set>
                                    <p:animEffect transition="in" filter="box(in)">
                                      <p:cBhvr>
                                        <p:cTn id="10" dur="1000"/>
                                        <p:tgtEl>
                                          <p:spTgt spid="3">
                                            <p:txEl>
                                              <p:pRg st="1" end="1"/>
                                            </p:txEl>
                                          </p:spTgt>
                                        </p:tgtEl>
                                      </p:cBhvr>
                                    </p:animEffect>
                                  </p:childTnLst>
                                </p:cTn>
                              </p:par>
                            </p:childTnLst>
                          </p:cTn>
                        </p:par>
                      </p:childTnLst>
                    </p:cTn>
                  </p:par>
                  <p:par>
                    <p:cTn id="11" fill="hold">
                      <p:stCondLst>
                        <p:cond delay="indefinite"/>
                      </p:stCondLst>
                      <p:childTnLst>
                        <p:par>
                          <p:cTn id="12" fill="hold">
                            <p:stCondLst>
                              <p:cond delay="0"/>
                            </p:stCondLst>
                            <p:childTnLst>
                              <p:par>
                                <p:cTn id="13" presetID="4" presetClass="entr" presetSubtype="16" fill="hold" grpId="0" nodeType="clickEffect">
                                  <p:stCondLst>
                                    <p:cond delay="0"/>
                                  </p:stCondLst>
                                  <p:childTnLst>
                                    <p:set>
                                      <p:cBhvr>
                                        <p:cTn id="14" dur="1000" fill="hold">
                                          <p:stCondLst>
                                            <p:cond delay="0"/>
                                          </p:stCondLst>
                                        </p:cTn>
                                        <p:tgtEl>
                                          <p:spTgt spid="3">
                                            <p:txEl>
                                              <p:pRg st="2" end="2"/>
                                            </p:txEl>
                                          </p:spTgt>
                                        </p:tgtEl>
                                        <p:attrNameLst>
                                          <p:attrName>style.visibility</p:attrName>
                                        </p:attrNameLst>
                                      </p:cBhvr>
                                      <p:to>
                                        <p:strVal val="visible"/>
                                      </p:to>
                                    </p:set>
                                    <p:animEffect transition="in" filter="box(in)">
                                      <p:cBhvr>
                                        <p:cTn id="15" dur="1000"/>
                                        <p:tgtEl>
                                          <p:spTgt spid="3">
                                            <p:txEl>
                                              <p:pRg st="2" end="2"/>
                                            </p:txEl>
                                          </p:spTgt>
                                        </p:tgtEl>
                                      </p:cBhvr>
                                    </p:animEffect>
                                  </p:childTnLst>
                                </p:cTn>
                              </p:par>
                              <p:par>
                                <p:cTn id="16" presetID="4" presetClass="entr" presetSubtype="16" fill="hold" grpId="0" nodeType="withEffect">
                                  <p:stCondLst>
                                    <p:cond delay="0"/>
                                  </p:stCondLst>
                                  <p:childTnLst>
                                    <p:set>
                                      <p:cBhvr>
                                        <p:cTn id="17" dur="1000" fill="hold">
                                          <p:stCondLst>
                                            <p:cond delay="0"/>
                                          </p:stCondLst>
                                        </p:cTn>
                                        <p:tgtEl>
                                          <p:spTgt spid="3">
                                            <p:txEl>
                                              <p:pRg st="3" end="3"/>
                                            </p:txEl>
                                          </p:spTgt>
                                        </p:tgtEl>
                                        <p:attrNameLst>
                                          <p:attrName>style.visibility</p:attrName>
                                        </p:attrNameLst>
                                      </p:cBhvr>
                                      <p:to>
                                        <p:strVal val="visible"/>
                                      </p:to>
                                    </p:set>
                                    <p:animEffect transition="in" filter="box(in)">
                                      <p:cBhvr>
                                        <p:cTn id="18" dur="1000"/>
                                        <p:tgtEl>
                                          <p:spTgt spid="3">
                                            <p:txEl>
                                              <p:pRg st="3" end="3"/>
                                            </p:txEl>
                                          </p:spTgt>
                                        </p:tgtEl>
                                      </p:cBhvr>
                                    </p:animEffect>
                                  </p:childTnLst>
                                </p:cTn>
                              </p:par>
                            </p:childTnLst>
                          </p:cTn>
                        </p:par>
                      </p:childTnLst>
                    </p:cTn>
                  </p:par>
                  <p:par>
                    <p:cTn id="19" fill="hold">
                      <p:stCondLst>
                        <p:cond delay="indefinite"/>
                      </p:stCondLst>
                      <p:childTnLst>
                        <p:par>
                          <p:cTn id="20" fill="hold">
                            <p:stCondLst>
                              <p:cond delay="0"/>
                            </p:stCondLst>
                            <p:childTnLst>
                              <p:par>
                                <p:cTn id="21" presetID="4" presetClass="entr" presetSubtype="16" fill="hold" grpId="0" nodeType="clickEffect">
                                  <p:stCondLst>
                                    <p:cond delay="0"/>
                                  </p:stCondLst>
                                  <p:childTnLst>
                                    <p:set>
                                      <p:cBhvr>
                                        <p:cTn id="22" dur="1000" fill="hold">
                                          <p:stCondLst>
                                            <p:cond delay="0"/>
                                          </p:stCondLst>
                                        </p:cTn>
                                        <p:tgtEl>
                                          <p:spTgt spid="3">
                                            <p:txEl>
                                              <p:pRg st="4" end="4"/>
                                            </p:txEl>
                                          </p:spTgt>
                                        </p:tgtEl>
                                        <p:attrNameLst>
                                          <p:attrName>style.visibility</p:attrName>
                                        </p:attrNameLst>
                                      </p:cBhvr>
                                      <p:to>
                                        <p:strVal val="visible"/>
                                      </p:to>
                                    </p:set>
                                    <p:animEffect transition="in" filter="box(in)">
                                      <p:cBhvr>
                                        <p:cTn id="23" dur="1000"/>
                                        <p:tgtEl>
                                          <p:spTgt spid="3">
                                            <p:txEl>
                                              <p:pRg st="4" end="4"/>
                                            </p:txEl>
                                          </p:spTgt>
                                        </p:tgtEl>
                                      </p:cBhvr>
                                    </p:animEffect>
                                  </p:childTnLst>
                                </p:cTn>
                              </p:par>
                              <p:par>
                                <p:cTn id="24" presetID="4" presetClass="entr" presetSubtype="16" fill="hold" grpId="0" nodeType="withEffect">
                                  <p:stCondLst>
                                    <p:cond delay="0"/>
                                  </p:stCondLst>
                                  <p:childTnLst>
                                    <p:set>
                                      <p:cBhvr>
                                        <p:cTn id="25" dur="1000" fill="hold">
                                          <p:stCondLst>
                                            <p:cond delay="0"/>
                                          </p:stCondLst>
                                        </p:cTn>
                                        <p:tgtEl>
                                          <p:spTgt spid="3">
                                            <p:txEl>
                                              <p:pRg st="5" end="5"/>
                                            </p:txEl>
                                          </p:spTgt>
                                        </p:tgtEl>
                                        <p:attrNameLst>
                                          <p:attrName>style.visibility</p:attrName>
                                        </p:attrNameLst>
                                      </p:cBhvr>
                                      <p:to>
                                        <p:strVal val="visible"/>
                                      </p:to>
                                    </p:set>
                                    <p:animEffect transition="in" filter="box(in)">
                                      <p:cBhvr>
                                        <p:cTn id="26" dur="1000"/>
                                        <p:tgtEl>
                                          <p:spTgt spid="3">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P spid="3" grpId="1" build="p"/>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vi-VN" dirty="0"/>
              <a:t>Phần mở đầu</a:t>
            </a:r>
            <a:endParaRPr lang="en-US" dirty="0"/>
          </a:p>
        </p:txBody>
      </p:sp>
      <p:sp>
        <p:nvSpPr>
          <p:cNvPr id="3" name="Content Placeholder 2"/>
          <p:cNvSpPr>
            <a:spLocks noGrp="1"/>
          </p:cNvSpPr>
          <p:nvPr>
            <p:ph idx="1"/>
          </p:nvPr>
        </p:nvSpPr>
        <p:spPr/>
        <p:txBody>
          <a:bodyPr/>
          <a:lstStyle/>
          <a:p>
            <a:r>
              <a:rPr lang="vi-VN" dirty="0"/>
              <a:t>Thu hút sự chú ý của người nghe</a:t>
            </a:r>
            <a:endParaRPr lang="vi-VN" dirty="0"/>
          </a:p>
          <a:p>
            <a:pPr lvl="1"/>
            <a:r>
              <a:rPr lang="vi-VN" dirty="0">
                <a:hlinkClick r:id="rId1" action="ppaction://hlinksldjump"/>
              </a:rPr>
              <a:t>Sử dụng một đoạn trích dẫn</a:t>
            </a:r>
            <a:endParaRPr lang="vi-VN" dirty="0"/>
          </a:p>
          <a:p>
            <a:pPr lvl="1"/>
            <a:r>
              <a:rPr lang="vi-VN" dirty="0"/>
              <a:t>Một câu hỏi</a:t>
            </a:r>
            <a:endParaRPr lang="vi-VN" dirty="0"/>
          </a:p>
          <a:p>
            <a:pPr lvl="1"/>
            <a:r>
              <a:rPr lang="vi-VN" dirty="0"/>
              <a:t>Một lời hứa</a:t>
            </a:r>
            <a:endParaRPr lang="vi-VN" dirty="0"/>
          </a:p>
          <a:p>
            <a:pPr lvl="1"/>
            <a:r>
              <a:rPr lang="vi-VN" dirty="0"/>
              <a:t>Thậm chí làm mọi người phải hoạt động</a:t>
            </a:r>
            <a:endParaRPr lang="vi-VN" dirty="0"/>
          </a:p>
          <a:p>
            <a:r>
              <a:rPr lang="vi-VN" dirty="0"/>
              <a:t>Tóm lược các nội dung liên quan</a:t>
            </a:r>
            <a:endParaRPr lang="vi-VN" dirty="0"/>
          </a:p>
          <a:p>
            <a:pPr lvl="1"/>
            <a:r>
              <a:rPr lang="vi-VN" dirty="0"/>
              <a:t>Đã được trình bày</a:t>
            </a:r>
            <a:endParaRPr lang="vi-VN" dirty="0"/>
          </a:p>
          <a:p>
            <a:pPr lvl="1"/>
            <a:r>
              <a:rPr lang="vi-VN" dirty="0"/>
              <a:t>Được đa số người nghe biết rõ</a:t>
            </a:r>
            <a:endParaRPr lang="vi-VN" dirty="0"/>
          </a:p>
        </p:txBody>
      </p:sp>
    </p:spTree>
  </p:cSld>
  <p:clrMapOvr>
    <a:masterClrMapping/>
  </p:clrMapOvr>
  <mc:AlternateContent xmlns:mc="http://schemas.openxmlformats.org/markup-compatibility/2006">
    <mc:Choice xmlns:p14="http://schemas.microsoft.com/office/powerpoint/2010/main" Requires="p14">
      <p:transition spd="slow" p14:dur="1600">
        <p14:prism isInverted="1"/>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16"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box(in)">
                                      <p:cBhvr>
                                        <p:cTn id="7" dur="2000"/>
                                        <p:tgtEl>
                                          <p:spTgt spid="3">
                                            <p:txEl>
                                              <p:pRg st="0" end="0"/>
                                            </p:txEl>
                                          </p:spTgt>
                                        </p:tgtEl>
                                      </p:cBhvr>
                                    </p:animEffect>
                                  </p:childTnLst>
                                </p:cTn>
                              </p:par>
                              <p:par>
                                <p:cTn id="8" presetID="4" presetClass="entr" presetSubtype="16" fill="hold" grpId="0" nodeType="withEffect">
                                  <p:stCondLst>
                                    <p:cond delay="0"/>
                                  </p:stCondLst>
                                  <p:childTnLst>
                                    <p:set>
                                      <p:cBhvr>
                                        <p:cTn id="9" dur="1" fill="hold">
                                          <p:stCondLst>
                                            <p:cond delay="0"/>
                                          </p:stCondLst>
                                        </p:cTn>
                                        <p:tgtEl>
                                          <p:spTgt spid="3">
                                            <p:txEl>
                                              <p:pRg st="1" end="1"/>
                                            </p:txEl>
                                          </p:spTgt>
                                        </p:tgtEl>
                                        <p:attrNameLst>
                                          <p:attrName>style.visibility</p:attrName>
                                        </p:attrNameLst>
                                      </p:cBhvr>
                                      <p:to>
                                        <p:strVal val="visible"/>
                                      </p:to>
                                    </p:set>
                                    <p:animEffect transition="in" filter="box(in)">
                                      <p:cBhvr>
                                        <p:cTn id="10" dur="2000"/>
                                        <p:tgtEl>
                                          <p:spTgt spid="3">
                                            <p:txEl>
                                              <p:pRg st="1" end="1"/>
                                            </p:txEl>
                                          </p:spTgt>
                                        </p:tgtEl>
                                      </p:cBhvr>
                                    </p:animEffect>
                                  </p:childTnLst>
                                </p:cTn>
                              </p:par>
                              <p:par>
                                <p:cTn id="11" presetID="4" presetClass="entr" presetSubtype="16" fill="hold" grpId="0" nodeType="with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animEffect transition="in" filter="box(in)">
                                      <p:cBhvr>
                                        <p:cTn id="13" dur="2000"/>
                                        <p:tgtEl>
                                          <p:spTgt spid="3">
                                            <p:txEl>
                                              <p:pRg st="2" end="2"/>
                                            </p:txEl>
                                          </p:spTgt>
                                        </p:tgtEl>
                                      </p:cBhvr>
                                    </p:animEffect>
                                  </p:childTnLst>
                                </p:cTn>
                              </p:par>
                              <p:par>
                                <p:cTn id="14" presetID="4" presetClass="entr" presetSubtype="16" fill="hold" grpId="0" nodeType="withEffect">
                                  <p:stCondLst>
                                    <p:cond delay="0"/>
                                  </p:stCondLst>
                                  <p:childTnLst>
                                    <p:set>
                                      <p:cBhvr>
                                        <p:cTn id="15" dur="1" fill="hold">
                                          <p:stCondLst>
                                            <p:cond delay="0"/>
                                          </p:stCondLst>
                                        </p:cTn>
                                        <p:tgtEl>
                                          <p:spTgt spid="3">
                                            <p:txEl>
                                              <p:pRg st="3" end="3"/>
                                            </p:txEl>
                                          </p:spTgt>
                                        </p:tgtEl>
                                        <p:attrNameLst>
                                          <p:attrName>style.visibility</p:attrName>
                                        </p:attrNameLst>
                                      </p:cBhvr>
                                      <p:to>
                                        <p:strVal val="visible"/>
                                      </p:to>
                                    </p:set>
                                    <p:animEffect transition="in" filter="box(in)">
                                      <p:cBhvr>
                                        <p:cTn id="16" dur="2000"/>
                                        <p:tgtEl>
                                          <p:spTgt spid="3">
                                            <p:txEl>
                                              <p:pRg st="3" end="3"/>
                                            </p:txEl>
                                          </p:spTgt>
                                        </p:tgtEl>
                                      </p:cBhvr>
                                    </p:animEffect>
                                  </p:childTnLst>
                                </p:cTn>
                              </p:par>
                              <p:par>
                                <p:cTn id="17" presetID="4" presetClass="entr" presetSubtype="16" fill="hold" grpId="0" nodeType="with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animEffect transition="in" filter="box(in)">
                                      <p:cBhvr>
                                        <p:cTn id="19" dur="2000"/>
                                        <p:tgtEl>
                                          <p:spTgt spid="3">
                                            <p:txEl>
                                              <p:pRg st="4" end="4"/>
                                            </p:txEl>
                                          </p:spTgt>
                                        </p:tgtEl>
                                      </p:cBhvr>
                                    </p:animEffect>
                                  </p:childTnLst>
                                </p:cTn>
                              </p:par>
                            </p:childTnLst>
                          </p:cTn>
                        </p:par>
                      </p:childTnLst>
                    </p:cTn>
                  </p:par>
                  <p:par>
                    <p:cTn id="20" fill="hold">
                      <p:stCondLst>
                        <p:cond delay="indefinite"/>
                      </p:stCondLst>
                      <p:childTnLst>
                        <p:par>
                          <p:cTn id="21" fill="hold">
                            <p:stCondLst>
                              <p:cond delay="0"/>
                            </p:stCondLst>
                            <p:childTnLst>
                              <p:par>
                                <p:cTn id="22" presetID="4" presetClass="entr" presetSubtype="16" fill="hold" grpId="0" nodeType="clickEffect">
                                  <p:stCondLst>
                                    <p:cond delay="0"/>
                                  </p:stCondLst>
                                  <p:childTnLst>
                                    <p:set>
                                      <p:cBhvr>
                                        <p:cTn id="23" dur="1" fill="hold">
                                          <p:stCondLst>
                                            <p:cond delay="0"/>
                                          </p:stCondLst>
                                        </p:cTn>
                                        <p:tgtEl>
                                          <p:spTgt spid="3">
                                            <p:txEl>
                                              <p:pRg st="5" end="5"/>
                                            </p:txEl>
                                          </p:spTgt>
                                        </p:tgtEl>
                                        <p:attrNameLst>
                                          <p:attrName>style.visibility</p:attrName>
                                        </p:attrNameLst>
                                      </p:cBhvr>
                                      <p:to>
                                        <p:strVal val="visible"/>
                                      </p:to>
                                    </p:set>
                                    <p:animEffect transition="in" filter="box(in)">
                                      <p:cBhvr>
                                        <p:cTn id="24" dur="2000"/>
                                        <p:tgtEl>
                                          <p:spTgt spid="3">
                                            <p:txEl>
                                              <p:pRg st="5" end="5"/>
                                            </p:txEl>
                                          </p:spTgt>
                                        </p:tgtEl>
                                      </p:cBhvr>
                                    </p:animEffect>
                                  </p:childTnLst>
                                </p:cTn>
                              </p:par>
                              <p:par>
                                <p:cTn id="25" presetID="4" presetClass="entr" presetSubtype="16" fill="hold" grpId="0" nodeType="withEffect">
                                  <p:stCondLst>
                                    <p:cond delay="0"/>
                                  </p:stCondLst>
                                  <p:childTnLst>
                                    <p:set>
                                      <p:cBhvr>
                                        <p:cTn id="26" dur="1" fill="hold">
                                          <p:stCondLst>
                                            <p:cond delay="0"/>
                                          </p:stCondLst>
                                        </p:cTn>
                                        <p:tgtEl>
                                          <p:spTgt spid="3">
                                            <p:txEl>
                                              <p:pRg st="6" end="6"/>
                                            </p:txEl>
                                          </p:spTgt>
                                        </p:tgtEl>
                                        <p:attrNameLst>
                                          <p:attrName>style.visibility</p:attrName>
                                        </p:attrNameLst>
                                      </p:cBhvr>
                                      <p:to>
                                        <p:strVal val="visible"/>
                                      </p:to>
                                    </p:set>
                                    <p:animEffect transition="in" filter="box(in)">
                                      <p:cBhvr>
                                        <p:cTn id="27" dur="2000"/>
                                        <p:tgtEl>
                                          <p:spTgt spid="3">
                                            <p:txEl>
                                              <p:pRg st="6" end="6"/>
                                            </p:txEl>
                                          </p:spTgt>
                                        </p:tgtEl>
                                      </p:cBhvr>
                                    </p:animEffect>
                                  </p:childTnLst>
                                </p:cTn>
                              </p:par>
                              <p:par>
                                <p:cTn id="28" presetID="4" presetClass="entr" presetSubtype="16" fill="hold" grpId="0" nodeType="withEffect">
                                  <p:stCondLst>
                                    <p:cond delay="0"/>
                                  </p:stCondLst>
                                  <p:childTnLst>
                                    <p:set>
                                      <p:cBhvr>
                                        <p:cTn id="29" dur="1" fill="hold">
                                          <p:stCondLst>
                                            <p:cond delay="0"/>
                                          </p:stCondLst>
                                        </p:cTn>
                                        <p:tgtEl>
                                          <p:spTgt spid="3">
                                            <p:txEl>
                                              <p:pRg st="7" end="7"/>
                                            </p:txEl>
                                          </p:spTgt>
                                        </p:tgtEl>
                                        <p:attrNameLst>
                                          <p:attrName>style.visibility</p:attrName>
                                        </p:attrNameLst>
                                      </p:cBhvr>
                                      <p:to>
                                        <p:strVal val="visible"/>
                                      </p:to>
                                    </p:set>
                                    <p:animEffect transition="in" filter="box(in)">
                                      <p:cBhvr>
                                        <p:cTn id="30" dur="2000"/>
                                        <p:tgtEl>
                                          <p:spTgt spid="3">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P spid="3" grpId="1" build="p"/>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vi-VN" dirty="0"/>
              <a:t>Phần chính</a:t>
            </a:r>
            <a:endParaRPr lang="en-US" dirty="0"/>
          </a:p>
        </p:txBody>
      </p:sp>
      <p:sp>
        <p:nvSpPr>
          <p:cNvPr id="3" name="Content Placeholder 2"/>
          <p:cNvSpPr>
            <a:spLocks noGrp="1"/>
          </p:cNvSpPr>
          <p:nvPr>
            <p:ph idx="1"/>
          </p:nvPr>
        </p:nvSpPr>
        <p:spPr/>
        <p:txBody>
          <a:bodyPr/>
          <a:lstStyle/>
          <a:p>
            <a:r>
              <a:rPr lang="vi-VN" dirty="0"/>
              <a:t>Phần chính với các nội dung</a:t>
            </a:r>
            <a:endParaRPr lang="vi-VN" dirty="0"/>
          </a:p>
          <a:p>
            <a:pPr lvl="1"/>
            <a:r>
              <a:rPr lang="vi-VN" dirty="0"/>
              <a:t>Vấn đề cần giải quyết, yêu cầu công việc</a:t>
            </a:r>
            <a:endParaRPr lang="vi-VN" dirty="0"/>
          </a:p>
          <a:p>
            <a:pPr lvl="1"/>
            <a:r>
              <a:rPr lang="vi-VN" dirty="0"/>
              <a:t>Ý tưởng và giải pháp</a:t>
            </a:r>
            <a:endParaRPr lang="vi-VN" dirty="0"/>
          </a:p>
          <a:p>
            <a:pPr lvl="1"/>
            <a:r>
              <a:rPr lang="vi-VN" dirty="0">
                <a:hlinkClick r:id="rId1" action="ppaction://hlinksldjump"/>
              </a:rPr>
              <a:t>Cung cấp ví dụ để chứng minh</a:t>
            </a:r>
            <a:endParaRPr lang="vi-VN" dirty="0"/>
          </a:p>
          <a:p>
            <a:pPr lvl="1"/>
            <a:r>
              <a:rPr lang="vi-VN" dirty="0"/>
              <a:t>Lợi ích khi áp dụng giải pháp</a:t>
            </a:r>
            <a:endParaRPr lang="vi-VN" dirty="0"/>
          </a:p>
          <a:p>
            <a:pPr lvl="1"/>
            <a:r>
              <a:rPr lang="vi-VN" dirty="0"/>
              <a:t>Chương trình hành động/ các việc làm cụ thể</a:t>
            </a:r>
            <a:endParaRPr lang="en-US" dirty="0"/>
          </a:p>
        </p:txBody>
      </p:sp>
    </p:spTree>
  </p:cSld>
  <p:clrMapOvr>
    <a:masterClrMapping/>
  </p:clrMapOvr>
  <mc:AlternateContent xmlns:mc="http://schemas.openxmlformats.org/markup-compatibility/2006">
    <mc:Choice xmlns:p14="http://schemas.microsoft.com/office/powerpoint/2010/main" Requires="p14">
      <p:transition spd="slow" p14:dur="1600">
        <p14:prism isInverted="1"/>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16"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box(in)">
                                      <p:cBhvr>
                                        <p:cTn id="7" dur="2000"/>
                                        <p:tgtEl>
                                          <p:spTgt spid="3">
                                            <p:txEl>
                                              <p:pRg st="0" end="0"/>
                                            </p:txEl>
                                          </p:spTgt>
                                        </p:tgtEl>
                                      </p:cBhvr>
                                    </p:animEffect>
                                  </p:childTnLst>
                                </p:cTn>
                              </p:par>
                              <p:par>
                                <p:cTn id="8" presetID="4" presetClass="entr" presetSubtype="16" fill="hold" grpId="0" nodeType="withEffect">
                                  <p:stCondLst>
                                    <p:cond delay="0"/>
                                  </p:stCondLst>
                                  <p:childTnLst>
                                    <p:set>
                                      <p:cBhvr>
                                        <p:cTn id="9" dur="1" fill="hold">
                                          <p:stCondLst>
                                            <p:cond delay="0"/>
                                          </p:stCondLst>
                                        </p:cTn>
                                        <p:tgtEl>
                                          <p:spTgt spid="3">
                                            <p:txEl>
                                              <p:pRg st="1" end="1"/>
                                            </p:txEl>
                                          </p:spTgt>
                                        </p:tgtEl>
                                        <p:attrNameLst>
                                          <p:attrName>style.visibility</p:attrName>
                                        </p:attrNameLst>
                                      </p:cBhvr>
                                      <p:to>
                                        <p:strVal val="visible"/>
                                      </p:to>
                                    </p:set>
                                    <p:animEffect transition="in" filter="box(in)">
                                      <p:cBhvr>
                                        <p:cTn id="10" dur="2000"/>
                                        <p:tgtEl>
                                          <p:spTgt spid="3">
                                            <p:txEl>
                                              <p:pRg st="1" end="1"/>
                                            </p:txEl>
                                          </p:spTgt>
                                        </p:tgtEl>
                                      </p:cBhvr>
                                    </p:animEffect>
                                  </p:childTnLst>
                                </p:cTn>
                              </p:par>
                              <p:par>
                                <p:cTn id="11" presetID="4" presetClass="entr" presetSubtype="16" fill="hold" grpId="0" nodeType="with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animEffect transition="in" filter="box(in)">
                                      <p:cBhvr>
                                        <p:cTn id="13" dur="2000"/>
                                        <p:tgtEl>
                                          <p:spTgt spid="3">
                                            <p:txEl>
                                              <p:pRg st="2" end="2"/>
                                            </p:txEl>
                                          </p:spTgt>
                                        </p:tgtEl>
                                      </p:cBhvr>
                                    </p:animEffect>
                                  </p:childTnLst>
                                </p:cTn>
                              </p:par>
                              <p:par>
                                <p:cTn id="14" presetID="4" presetClass="entr" presetSubtype="16" fill="hold" grpId="0" nodeType="withEffect">
                                  <p:stCondLst>
                                    <p:cond delay="0"/>
                                  </p:stCondLst>
                                  <p:childTnLst>
                                    <p:set>
                                      <p:cBhvr>
                                        <p:cTn id="15" dur="1" fill="hold">
                                          <p:stCondLst>
                                            <p:cond delay="0"/>
                                          </p:stCondLst>
                                        </p:cTn>
                                        <p:tgtEl>
                                          <p:spTgt spid="3">
                                            <p:txEl>
                                              <p:pRg st="3" end="3"/>
                                            </p:txEl>
                                          </p:spTgt>
                                        </p:tgtEl>
                                        <p:attrNameLst>
                                          <p:attrName>style.visibility</p:attrName>
                                        </p:attrNameLst>
                                      </p:cBhvr>
                                      <p:to>
                                        <p:strVal val="visible"/>
                                      </p:to>
                                    </p:set>
                                    <p:animEffect transition="in" filter="box(in)">
                                      <p:cBhvr>
                                        <p:cTn id="16" dur="2000"/>
                                        <p:tgtEl>
                                          <p:spTgt spid="3">
                                            <p:txEl>
                                              <p:pRg st="3" end="3"/>
                                            </p:txEl>
                                          </p:spTgt>
                                        </p:tgtEl>
                                      </p:cBhvr>
                                    </p:animEffect>
                                  </p:childTnLst>
                                </p:cTn>
                              </p:par>
                              <p:par>
                                <p:cTn id="17" presetID="4" presetClass="entr" presetSubtype="16" fill="hold" grpId="0" nodeType="with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animEffect transition="in" filter="box(in)">
                                      <p:cBhvr>
                                        <p:cTn id="19" dur="2000"/>
                                        <p:tgtEl>
                                          <p:spTgt spid="3">
                                            <p:txEl>
                                              <p:pRg st="4" end="4"/>
                                            </p:txEl>
                                          </p:spTgt>
                                        </p:tgtEl>
                                      </p:cBhvr>
                                    </p:animEffect>
                                  </p:childTnLst>
                                </p:cTn>
                              </p:par>
                              <p:par>
                                <p:cTn id="20" presetID="4" presetClass="entr" presetSubtype="16" fill="hold" grpId="0" nodeType="withEffect">
                                  <p:stCondLst>
                                    <p:cond delay="0"/>
                                  </p:stCondLst>
                                  <p:childTnLst>
                                    <p:set>
                                      <p:cBhvr>
                                        <p:cTn id="21" dur="1" fill="hold">
                                          <p:stCondLst>
                                            <p:cond delay="0"/>
                                          </p:stCondLst>
                                        </p:cTn>
                                        <p:tgtEl>
                                          <p:spTgt spid="3">
                                            <p:txEl>
                                              <p:pRg st="5" end="5"/>
                                            </p:txEl>
                                          </p:spTgt>
                                        </p:tgtEl>
                                        <p:attrNameLst>
                                          <p:attrName>style.visibility</p:attrName>
                                        </p:attrNameLst>
                                      </p:cBhvr>
                                      <p:to>
                                        <p:strVal val="visible"/>
                                      </p:to>
                                    </p:set>
                                    <p:animEffect transition="in" filter="box(in)">
                                      <p:cBhvr>
                                        <p:cTn id="22" dur="2000"/>
                                        <p:tgtEl>
                                          <p:spTgt spid="3">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P spid="3" grpId="1" build="p"/>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vi-VN" dirty="0"/>
              <a:t>Phần kết</a:t>
            </a:r>
            <a:endParaRPr lang="en-US" dirty="0"/>
          </a:p>
        </p:txBody>
      </p:sp>
      <p:sp>
        <p:nvSpPr>
          <p:cNvPr id="3" name="Content Placeholder 2"/>
          <p:cNvSpPr>
            <a:spLocks noGrp="1"/>
          </p:cNvSpPr>
          <p:nvPr>
            <p:ph idx="1"/>
          </p:nvPr>
        </p:nvSpPr>
        <p:spPr/>
        <p:txBody>
          <a:bodyPr/>
          <a:lstStyle/>
          <a:p>
            <a:r>
              <a:rPr lang="vi-VN" dirty="0"/>
              <a:t>Tóm tắt</a:t>
            </a:r>
            <a:endParaRPr lang="vi-VN" dirty="0"/>
          </a:p>
          <a:p>
            <a:r>
              <a:rPr lang="vi-VN" dirty="0"/>
              <a:t>Kết luận cuối cùng</a:t>
            </a:r>
            <a:endParaRPr lang="vi-VN" dirty="0"/>
          </a:p>
          <a:p>
            <a:pPr lvl="1"/>
            <a:r>
              <a:rPr lang="vi-VN" dirty="0"/>
              <a:t>Liệu còn điều gì bạn muốn người nghe ghi nhớ</a:t>
            </a:r>
            <a:endParaRPr lang="en-US" dirty="0"/>
          </a:p>
        </p:txBody>
      </p:sp>
    </p:spTree>
  </p:cSld>
  <p:clrMapOvr>
    <a:masterClrMapping/>
  </p:clrMapOvr>
  <mc:AlternateContent xmlns:mc="http://schemas.openxmlformats.org/markup-compatibility/2006">
    <mc:Choice xmlns:p14="http://schemas.microsoft.com/office/powerpoint/2010/main" Requires="p14">
      <p:transition spd="slow" p14:dur="1600">
        <p14:prism isInverted="1"/>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16"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box(in)">
                                      <p:cBhvr>
                                        <p:cTn id="7" dur="20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4" presetClass="entr" presetSubtype="16"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box(in)">
                                      <p:cBhvr>
                                        <p:cTn id="12" dur="2000"/>
                                        <p:tgtEl>
                                          <p:spTgt spid="3">
                                            <p:txEl>
                                              <p:pRg st="1" end="1"/>
                                            </p:txEl>
                                          </p:spTgt>
                                        </p:tgtEl>
                                      </p:cBhvr>
                                    </p:animEffect>
                                  </p:childTnLst>
                                </p:cTn>
                              </p:par>
                              <p:par>
                                <p:cTn id="13" presetID="4" presetClass="entr" presetSubtype="16" fill="hold" grpId="0" nodeType="with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animEffect transition="in" filter="box(in)">
                                      <p:cBhvr>
                                        <p:cTn id="15" dur="2000"/>
                                        <p:tgtEl>
                                          <p:spTgt spid="3">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P spid="3" grpId="1" build="p"/>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2509568" y="2766218"/>
            <a:ext cx="7172863" cy="1325563"/>
          </a:xfrm>
        </p:spPr>
        <p:txBody>
          <a:bodyPr/>
          <a:lstStyle/>
          <a:p>
            <a:r>
              <a:rPr lang="vi-VN" dirty="0"/>
              <a:t>Cảm ơn sự chú ý của quý vị</a:t>
            </a:r>
            <a:endParaRPr lang="en-US" dirty="0"/>
          </a:p>
        </p:txBody>
      </p:sp>
    </p:spTree>
  </p:cSld>
  <p:clrMapOvr>
    <a:masterClrMapping/>
  </p:clrMapOvr>
  <mc:AlternateContent xmlns:mc="http://schemas.openxmlformats.org/markup-compatibility/2006">
    <mc:Choice xmlns:p14="http://schemas.microsoft.com/office/powerpoint/2010/main" Requires="p14">
      <p:transition spd="slow" p14:dur="1600">
        <p14:prism isInverted="1"/>
      </p:transition>
    </mc:Choice>
    <mc:Fallback>
      <p:transition spd="slow">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vi-VN" dirty="0"/>
              <a:t>Ví dụ : sử dụng một đoạn trích dẫn khi giới thiệu</a:t>
            </a:r>
            <a:endParaRPr lang="en-US" dirty="0"/>
          </a:p>
        </p:txBody>
      </p:sp>
      <p:sp>
        <p:nvSpPr>
          <p:cNvPr id="3" name="Content Placeholder 2"/>
          <p:cNvSpPr>
            <a:spLocks noGrp="1"/>
          </p:cNvSpPr>
          <p:nvPr>
            <p:ph idx="1"/>
          </p:nvPr>
        </p:nvSpPr>
        <p:spPr/>
        <p:txBody>
          <a:bodyPr/>
          <a:lstStyle/>
          <a:p>
            <a:r>
              <a:rPr lang="vi-VN" dirty="0"/>
              <a:t>Ví dụ : ta có thể phát biểu lợi ích khi học ngành công nghệ thông tin</a:t>
            </a:r>
            <a:endParaRPr lang="vi-VN" dirty="0"/>
          </a:p>
          <a:p>
            <a:pPr marL="457200" lvl="1" indent="0">
              <a:buNone/>
            </a:pPr>
            <a:r>
              <a:rPr lang="vi-VN" dirty="0"/>
              <a:t>	“Hàng năm, công nghệ mới luôn được phát triển và thể hiện tầm quan trọng của nó đối với cuộc sống. Các doanh nghiệp cũng thay đổi theo hướng cập nhật công nghệ thông tin và yêu cầu sự thay đổi về nhân sự giỏi công nghệ. Ngành học CNTT được coi là lĩnh vực ngày một phát triển và trở nên hữu ích cho các bạn muốn xây dựng sự nghiệp với ngành này. Vậy những lợi ích khi học ngành CNTT là gì?”</a:t>
            </a:r>
            <a:endParaRPr lang="vi-VN" dirty="0"/>
          </a:p>
        </p:txBody>
      </p:sp>
      <p:sp>
        <p:nvSpPr>
          <p:cNvPr id="4" name="Arrow: Up 3">
            <a:hlinkClick r:id="rId1" action="ppaction://hlinksldjump"/>
          </p:cNvPr>
          <p:cNvSpPr/>
          <p:nvPr/>
        </p:nvSpPr>
        <p:spPr>
          <a:xfrm>
            <a:off x="5267865" y="5888966"/>
            <a:ext cx="1362973" cy="805132"/>
          </a:xfrm>
          <a:prstGeom prst="up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mc:AlternateContent xmlns:mc="http://schemas.openxmlformats.org/markup-compatibility/2006">
    <mc:Choice xmlns:p14="http://schemas.microsoft.com/office/powerpoint/2010/main" Requires="p14">
      <p:transition spd="slow" p14:dur="1600">
        <p14:prism isInverted="1"/>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16"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box(in)">
                                      <p:cBhvr>
                                        <p:cTn id="7" dur="2000"/>
                                        <p:tgtEl>
                                          <p:spTgt spid="3">
                                            <p:txEl>
                                              <p:pRg st="0" end="0"/>
                                            </p:txEl>
                                          </p:spTgt>
                                        </p:tgtEl>
                                      </p:cBhvr>
                                    </p:animEffect>
                                  </p:childTnLst>
                                </p:cTn>
                              </p:par>
                              <p:par>
                                <p:cTn id="8" presetID="4" presetClass="entr" presetSubtype="16" fill="hold" grpId="0" nodeType="withEffect">
                                  <p:stCondLst>
                                    <p:cond delay="0"/>
                                  </p:stCondLst>
                                  <p:childTnLst>
                                    <p:set>
                                      <p:cBhvr>
                                        <p:cTn id="9" dur="1" fill="hold">
                                          <p:stCondLst>
                                            <p:cond delay="0"/>
                                          </p:stCondLst>
                                        </p:cTn>
                                        <p:tgtEl>
                                          <p:spTgt spid="3">
                                            <p:txEl>
                                              <p:pRg st="1" end="1"/>
                                            </p:txEl>
                                          </p:spTgt>
                                        </p:tgtEl>
                                        <p:attrNameLst>
                                          <p:attrName>style.visibility</p:attrName>
                                        </p:attrNameLst>
                                      </p:cBhvr>
                                      <p:to>
                                        <p:strVal val="visible"/>
                                      </p:to>
                                    </p:set>
                                    <p:animEffect transition="in" filter="box(in)">
                                      <p:cBhvr>
                                        <p:cTn id="10" dur="2000"/>
                                        <p:tgtEl>
                                          <p:spTgt spid="3">
                                            <p:txEl>
                                              <p:pRg st="1" end="1"/>
                                            </p:txEl>
                                          </p:spTgt>
                                        </p:tgtEl>
                                      </p:cBhvr>
                                    </p:animEffect>
                                  </p:childTnLst>
                                </p:cTn>
                              </p:par>
                            </p:childTnLst>
                          </p:cTn>
                        </p:par>
                      </p:childTnLst>
                    </p:cTn>
                  </p:par>
                  <p:par>
                    <p:cTn id="11" fill="hold">
                      <p:stCondLst>
                        <p:cond delay="indefinite"/>
                      </p:stCondLst>
                      <p:childTnLst>
                        <p:par>
                          <p:cTn id="12" fill="hold">
                            <p:stCondLst>
                              <p:cond delay="0"/>
                            </p:stCondLst>
                            <p:childTnLst>
                              <p:par>
                                <p:cTn id="13" presetID="4" presetClass="entr" presetSubtype="16" fill="hold" grpId="0" nodeType="clickEffect">
                                  <p:stCondLst>
                                    <p:cond delay="0"/>
                                  </p:stCondLst>
                                  <p:childTnLst>
                                    <p:set>
                                      <p:cBhvr>
                                        <p:cTn id="14" dur="1" fill="hold">
                                          <p:stCondLst>
                                            <p:cond delay="0"/>
                                          </p:stCondLst>
                                        </p:cTn>
                                        <p:tgtEl>
                                          <p:spTgt spid="4"/>
                                        </p:tgtEl>
                                        <p:attrNameLst>
                                          <p:attrName>style.visibility</p:attrName>
                                        </p:attrNameLst>
                                      </p:cBhvr>
                                      <p:to>
                                        <p:strVal val="visible"/>
                                      </p:to>
                                    </p:set>
                                    <p:animEffect transition="in" filter="box(in)">
                                      <p:cBhvr>
                                        <p:cTn id="15" dur="20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P spid="3" grpId="1" build="p"/>
      <p:bldP spid="4" grpId="0" animBg="1"/>
      <p:bldP spid="4" grpId="1" animBg="1"/>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vi-VN" dirty="0"/>
              <a:t>Ví dụ minh chứng một vấn đề</a:t>
            </a:r>
            <a:endParaRPr lang="en-US" dirty="0"/>
          </a:p>
        </p:txBody>
      </p:sp>
      <p:sp>
        <p:nvSpPr>
          <p:cNvPr id="3" name="Content Placeholder 2"/>
          <p:cNvSpPr>
            <a:spLocks noGrp="1"/>
          </p:cNvSpPr>
          <p:nvPr>
            <p:ph idx="1"/>
          </p:nvPr>
        </p:nvSpPr>
        <p:spPr>
          <a:xfrm>
            <a:off x="838200" y="1531536"/>
            <a:ext cx="10515600" cy="661629"/>
          </a:xfrm>
        </p:spPr>
        <p:txBody>
          <a:bodyPr/>
          <a:lstStyle/>
          <a:p>
            <a:r>
              <a:rPr lang="vi-VN" dirty="0"/>
              <a:t>Bảng thống kê kết quả tuyển sinh năm 2020</a:t>
            </a:r>
            <a:endParaRPr lang="vi-VN" dirty="0"/>
          </a:p>
          <a:p>
            <a:endParaRPr lang="en-US" dirty="0"/>
          </a:p>
        </p:txBody>
      </p:sp>
      <p:sp>
        <p:nvSpPr>
          <p:cNvPr id="6" name="Arrow: Up 5">
            <a:hlinkClick r:id="rId1" action="ppaction://hlinksldjump"/>
          </p:cNvPr>
          <p:cNvSpPr/>
          <p:nvPr/>
        </p:nvSpPr>
        <p:spPr>
          <a:xfrm>
            <a:off x="9460302" y="1161691"/>
            <a:ext cx="1506747" cy="1017917"/>
          </a:xfrm>
          <a:prstGeom prst="up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4" name="Table 3"/>
          <p:cNvGraphicFramePr>
            <a:graphicFrameLocks noGrp="1"/>
          </p:cNvGraphicFramePr>
          <p:nvPr/>
        </p:nvGraphicFramePr>
        <p:xfrm>
          <a:off x="925377" y="2193260"/>
          <a:ext cx="10341610" cy="4199917"/>
        </p:xfrm>
        <a:graphic>
          <a:graphicData uri="http://schemas.openxmlformats.org/drawingml/2006/table">
            <a:tbl>
              <a:tblPr firstRow="1" bandRow="1">
                <a:tableStyleId>{5C22544A-7EE6-4342-B048-85BDC9FD1C3A}</a:tableStyleId>
              </a:tblPr>
              <a:tblGrid>
                <a:gridCol w="6741388"/>
                <a:gridCol w="3600040"/>
              </a:tblGrid>
              <a:tr h="439420">
                <a:tc>
                  <a:txBody>
                    <a:bodyPr/>
                    <a:lstStyle/>
                    <a:p>
                      <a:pPr algn="ctr"/>
                      <a:r>
                        <a:rPr lang="en-US" sz="2000" b="1" dirty="0" err="1">
                          <a:latin typeface="Times New Roman" panose="02020603050405020304" pitchFamily="18" charset="0"/>
                          <a:cs typeface="Times New Roman" panose="02020603050405020304" pitchFamily="18" charset="0"/>
                        </a:rPr>
                        <a:t>Tên</a:t>
                      </a:r>
                      <a:r>
                        <a:rPr lang="en-US" sz="2000" b="1" dirty="0">
                          <a:latin typeface="Times New Roman" panose="02020603050405020304" pitchFamily="18" charset="0"/>
                          <a:cs typeface="Times New Roman" panose="02020603050405020304" pitchFamily="18" charset="0"/>
                        </a:rPr>
                        <a:t> </a:t>
                      </a:r>
                      <a:r>
                        <a:rPr lang="en-US" sz="2000" b="1" dirty="0" err="1">
                          <a:latin typeface="Times New Roman" panose="02020603050405020304" pitchFamily="18" charset="0"/>
                          <a:cs typeface="Times New Roman" panose="02020603050405020304" pitchFamily="18" charset="0"/>
                        </a:rPr>
                        <a:t>ngành</a:t>
                      </a:r>
                      <a:r>
                        <a:rPr lang="en-US" sz="2000" b="1" dirty="0">
                          <a:latin typeface="Times New Roman" panose="02020603050405020304" pitchFamily="18" charset="0"/>
                          <a:cs typeface="Times New Roman" panose="02020603050405020304" pitchFamily="18" charset="0"/>
                        </a:rPr>
                        <a:t>/ </a:t>
                      </a:r>
                      <a:r>
                        <a:rPr lang="en-US" sz="2000" b="1" dirty="0" err="1">
                          <a:latin typeface="Times New Roman" panose="02020603050405020304" pitchFamily="18" charset="0"/>
                          <a:cs typeface="Times New Roman" panose="02020603050405020304" pitchFamily="18" charset="0"/>
                        </a:rPr>
                        <a:t>chuyên</a:t>
                      </a:r>
                      <a:r>
                        <a:rPr lang="en-US" sz="2000" b="1" dirty="0">
                          <a:latin typeface="Times New Roman" panose="02020603050405020304" pitchFamily="18" charset="0"/>
                          <a:cs typeface="Times New Roman" panose="02020603050405020304" pitchFamily="18" charset="0"/>
                        </a:rPr>
                        <a:t> </a:t>
                      </a:r>
                      <a:r>
                        <a:rPr lang="en-US" sz="2000" b="1" dirty="0" err="1">
                          <a:latin typeface="Times New Roman" panose="02020603050405020304" pitchFamily="18" charset="0"/>
                          <a:cs typeface="Times New Roman" panose="02020603050405020304" pitchFamily="18" charset="0"/>
                        </a:rPr>
                        <a:t>ngành</a:t>
                      </a:r>
                      <a:endParaRPr lang="en-US" sz="2000" b="1" dirty="0">
                        <a:latin typeface="Times New Roman" panose="02020603050405020304" pitchFamily="18" charset="0"/>
                        <a:cs typeface="Times New Roman" panose="02020603050405020304" pitchFamily="18" charset="0"/>
                      </a:endParaRPr>
                    </a:p>
                  </a:txBody>
                  <a:tcPr/>
                </a:tc>
                <a:tc>
                  <a:txBody>
                    <a:bodyPr/>
                    <a:lstStyle/>
                    <a:p>
                      <a:pPr algn="ctr"/>
                      <a:r>
                        <a:rPr lang="en-US" sz="2000" b="1" dirty="0" err="1">
                          <a:latin typeface="Times New Roman" panose="02020603050405020304" pitchFamily="18" charset="0"/>
                          <a:cs typeface="Times New Roman" panose="02020603050405020304" pitchFamily="18" charset="0"/>
                        </a:rPr>
                        <a:t>Số</a:t>
                      </a:r>
                      <a:r>
                        <a:rPr lang="en-US" sz="2000" b="1" dirty="0">
                          <a:latin typeface="Times New Roman" panose="02020603050405020304" pitchFamily="18" charset="0"/>
                          <a:cs typeface="Times New Roman" panose="02020603050405020304" pitchFamily="18" charset="0"/>
                        </a:rPr>
                        <a:t> </a:t>
                      </a:r>
                      <a:r>
                        <a:rPr lang="en-US" sz="2000" b="1" dirty="0" err="1">
                          <a:latin typeface="Times New Roman" panose="02020603050405020304" pitchFamily="18" charset="0"/>
                          <a:cs typeface="Times New Roman" panose="02020603050405020304" pitchFamily="18" charset="0"/>
                        </a:rPr>
                        <a:t>lượng</a:t>
                      </a:r>
                      <a:r>
                        <a:rPr lang="en-US" sz="2000" b="1" dirty="0">
                          <a:latin typeface="Times New Roman" panose="02020603050405020304" pitchFamily="18" charset="0"/>
                          <a:cs typeface="Times New Roman" panose="02020603050405020304" pitchFamily="18" charset="0"/>
                        </a:rPr>
                        <a:t> </a:t>
                      </a:r>
                      <a:r>
                        <a:rPr lang="en-US" sz="2000" b="1" dirty="0" err="1">
                          <a:latin typeface="Times New Roman" panose="02020603050405020304" pitchFamily="18" charset="0"/>
                          <a:cs typeface="Times New Roman" panose="02020603050405020304" pitchFamily="18" charset="0"/>
                        </a:rPr>
                        <a:t>tuyển</a:t>
                      </a:r>
                      <a:r>
                        <a:rPr lang="en-US" sz="2000" b="1" dirty="0">
                          <a:latin typeface="Times New Roman" panose="02020603050405020304" pitchFamily="18" charset="0"/>
                          <a:cs typeface="Times New Roman" panose="02020603050405020304" pitchFamily="18" charset="0"/>
                        </a:rPr>
                        <a:t> </a:t>
                      </a:r>
                      <a:r>
                        <a:rPr lang="en-US" sz="2000" b="1" dirty="0" err="1">
                          <a:latin typeface="Times New Roman" panose="02020603050405020304" pitchFamily="18" charset="0"/>
                          <a:cs typeface="Times New Roman" panose="02020603050405020304" pitchFamily="18" charset="0"/>
                        </a:rPr>
                        <a:t>sinh</a:t>
                      </a:r>
                      <a:endParaRPr lang="en-US" sz="2000" b="1" dirty="0">
                        <a:latin typeface="Times New Roman" panose="02020603050405020304" pitchFamily="18" charset="0"/>
                        <a:cs typeface="Times New Roman" panose="02020603050405020304" pitchFamily="18" charset="0"/>
                      </a:endParaRPr>
                    </a:p>
                  </a:txBody>
                  <a:tcPr/>
                </a:tc>
              </a:tr>
              <a:tr h="417833">
                <a:tc>
                  <a:txBody>
                    <a:bodyPr/>
                    <a:lstStyle/>
                    <a:p>
                      <a:r>
                        <a:rPr lang="en-US" sz="2000" b="1" dirty="0">
                          <a:latin typeface="Times New Roman" panose="02020603050405020304" pitchFamily="18" charset="0"/>
                          <a:cs typeface="Times New Roman" panose="02020603050405020304" pitchFamily="18" charset="0"/>
                        </a:rPr>
                        <a:t>Công </a:t>
                      </a:r>
                      <a:r>
                        <a:rPr lang="en-US" sz="2000" b="1" dirty="0" err="1">
                          <a:latin typeface="Times New Roman" panose="02020603050405020304" pitchFamily="18" charset="0"/>
                          <a:cs typeface="Times New Roman" panose="02020603050405020304" pitchFamily="18" charset="0"/>
                        </a:rPr>
                        <a:t>nghệ</a:t>
                      </a:r>
                      <a:r>
                        <a:rPr lang="en-US" sz="2000" b="1" dirty="0">
                          <a:latin typeface="Times New Roman" panose="02020603050405020304" pitchFamily="18" charset="0"/>
                          <a:cs typeface="Times New Roman" panose="02020603050405020304" pitchFamily="18" charset="0"/>
                        </a:rPr>
                        <a:t> </a:t>
                      </a:r>
                      <a:r>
                        <a:rPr lang="en-US" sz="2000" b="1" dirty="0" err="1">
                          <a:latin typeface="Times New Roman" panose="02020603050405020304" pitchFamily="18" charset="0"/>
                          <a:cs typeface="Times New Roman" panose="02020603050405020304" pitchFamily="18" charset="0"/>
                        </a:rPr>
                        <a:t>thông</a:t>
                      </a:r>
                      <a:r>
                        <a:rPr lang="en-US" sz="2000" b="1" dirty="0">
                          <a:latin typeface="Times New Roman" panose="02020603050405020304" pitchFamily="18" charset="0"/>
                          <a:cs typeface="Times New Roman" panose="02020603050405020304" pitchFamily="18" charset="0"/>
                        </a:rPr>
                        <a:t> tin </a:t>
                      </a:r>
                      <a:endParaRPr lang="en-US" sz="2000" b="1" dirty="0">
                        <a:latin typeface="Times New Roman" panose="02020603050405020304" pitchFamily="18" charset="0"/>
                        <a:cs typeface="Times New Roman" panose="02020603050405020304" pitchFamily="18" charset="0"/>
                      </a:endParaRPr>
                    </a:p>
                  </a:txBody>
                  <a:tcPr/>
                </a:tc>
                <a:tc>
                  <a:txBody>
                    <a:bodyPr/>
                    <a:lstStyle/>
                    <a:p>
                      <a:pPr algn="r"/>
                      <a:r>
                        <a:rPr lang="en-US" sz="2000" b="1" dirty="0">
                          <a:latin typeface="Times New Roman" panose="02020603050405020304" pitchFamily="18" charset="0"/>
                          <a:cs typeface="Times New Roman" panose="02020603050405020304" pitchFamily="18" charset="0"/>
                        </a:rPr>
                        <a:t>272</a:t>
                      </a:r>
                      <a:endParaRPr lang="en-US" sz="2000" b="1" dirty="0">
                        <a:latin typeface="Times New Roman" panose="02020603050405020304" pitchFamily="18" charset="0"/>
                        <a:cs typeface="Times New Roman" panose="02020603050405020304" pitchFamily="18" charset="0"/>
                      </a:endParaRPr>
                    </a:p>
                  </a:txBody>
                  <a:tcPr/>
                </a:tc>
              </a:tr>
              <a:tr h="417833">
                <a:tc>
                  <a:txBody>
                    <a:bodyPr/>
                    <a:lstStyle/>
                    <a:p>
                      <a:pPr marL="0" marR="0" lvl="0" indent="0" algn="l" defTabSz="914400" rtl="0" eaLnBrk="1" fontAlgn="auto" latinLnBrk="0" hangingPunct="1">
                        <a:lnSpc>
                          <a:spcPct val="100000"/>
                        </a:lnSpc>
                        <a:spcBef>
                          <a:spcPts val="0"/>
                        </a:spcBef>
                        <a:spcAft>
                          <a:spcPts val="0"/>
                        </a:spcAft>
                        <a:buClrTx/>
                        <a:buSzTx/>
                        <a:buFontTx/>
                        <a:buNone/>
                        <a:defRPr/>
                      </a:pPr>
                      <a:r>
                        <a:rPr lang="en-US" sz="2000" b="1" dirty="0">
                          <a:latin typeface="Times New Roman" panose="02020603050405020304" pitchFamily="18" charset="0"/>
                          <a:cs typeface="Times New Roman" panose="02020603050405020304" pitchFamily="18" charset="0"/>
                        </a:rPr>
                        <a:t>Công </a:t>
                      </a:r>
                      <a:r>
                        <a:rPr lang="en-US" sz="2000" b="1" dirty="0" err="1">
                          <a:latin typeface="Times New Roman" panose="02020603050405020304" pitchFamily="18" charset="0"/>
                          <a:cs typeface="Times New Roman" panose="02020603050405020304" pitchFamily="18" charset="0"/>
                        </a:rPr>
                        <a:t>nghệ</a:t>
                      </a:r>
                      <a:r>
                        <a:rPr lang="en-US" sz="2000" b="1" dirty="0">
                          <a:latin typeface="Times New Roman" panose="02020603050405020304" pitchFamily="18" charset="0"/>
                          <a:cs typeface="Times New Roman" panose="02020603050405020304" pitchFamily="18" charset="0"/>
                        </a:rPr>
                        <a:t> </a:t>
                      </a:r>
                      <a:r>
                        <a:rPr lang="en-US" sz="2000" b="1" dirty="0" err="1">
                          <a:latin typeface="Times New Roman" panose="02020603050405020304" pitchFamily="18" charset="0"/>
                          <a:cs typeface="Times New Roman" panose="02020603050405020304" pitchFamily="18" charset="0"/>
                        </a:rPr>
                        <a:t>thông</a:t>
                      </a:r>
                      <a:r>
                        <a:rPr lang="en-US" sz="2000" b="1" dirty="0">
                          <a:latin typeface="Times New Roman" panose="02020603050405020304" pitchFamily="18" charset="0"/>
                          <a:cs typeface="Times New Roman" panose="02020603050405020304" pitchFamily="18" charset="0"/>
                        </a:rPr>
                        <a:t> tin – CLC</a:t>
                      </a:r>
                      <a:endParaRPr lang="en-US" sz="2000" b="1" dirty="0">
                        <a:latin typeface="Times New Roman" panose="02020603050405020304" pitchFamily="18" charset="0"/>
                        <a:cs typeface="Times New Roman" panose="02020603050405020304" pitchFamily="18" charset="0"/>
                      </a:endParaRPr>
                    </a:p>
                  </a:txBody>
                  <a:tcPr/>
                </a:tc>
                <a:tc>
                  <a:txBody>
                    <a:bodyPr/>
                    <a:lstStyle/>
                    <a:p>
                      <a:pPr algn="r"/>
                      <a:r>
                        <a:rPr lang="en-US" sz="2000" b="1" dirty="0">
                          <a:latin typeface="Times New Roman" panose="02020603050405020304" pitchFamily="18" charset="0"/>
                          <a:cs typeface="Times New Roman" panose="02020603050405020304" pitchFamily="18" charset="0"/>
                        </a:rPr>
                        <a:t>144</a:t>
                      </a:r>
                      <a:endParaRPr lang="en-US" sz="2000" b="1" dirty="0">
                        <a:latin typeface="Times New Roman" panose="02020603050405020304" pitchFamily="18" charset="0"/>
                        <a:cs typeface="Times New Roman" panose="02020603050405020304" pitchFamily="18" charset="0"/>
                      </a:endParaRPr>
                    </a:p>
                  </a:txBody>
                  <a:tcPr/>
                </a:tc>
              </a:tr>
              <a:tr h="417833">
                <a:tc>
                  <a:txBody>
                    <a:bodyPr/>
                    <a:lstStyle/>
                    <a:p>
                      <a:pPr marL="0" marR="0" lvl="0" indent="0" algn="l" defTabSz="914400" rtl="0" eaLnBrk="1" fontAlgn="auto" latinLnBrk="0" hangingPunct="1">
                        <a:lnSpc>
                          <a:spcPct val="100000"/>
                        </a:lnSpc>
                        <a:spcBef>
                          <a:spcPts val="0"/>
                        </a:spcBef>
                        <a:spcAft>
                          <a:spcPts val="0"/>
                        </a:spcAft>
                        <a:buClrTx/>
                        <a:buSzTx/>
                        <a:buFontTx/>
                        <a:buNone/>
                        <a:defRPr/>
                      </a:pPr>
                      <a:r>
                        <a:rPr lang="en-US" sz="2000" b="1" dirty="0">
                          <a:latin typeface="Times New Roman" panose="02020603050405020304" pitchFamily="18" charset="0"/>
                          <a:cs typeface="Times New Roman" panose="02020603050405020304" pitchFamily="18" charset="0"/>
                        </a:rPr>
                        <a:t>Công </a:t>
                      </a:r>
                      <a:r>
                        <a:rPr lang="en-US" sz="2000" b="1" dirty="0" err="1">
                          <a:latin typeface="Times New Roman" panose="02020603050405020304" pitchFamily="18" charset="0"/>
                          <a:cs typeface="Times New Roman" panose="02020603050405020304" pitchFamily="18" charset="0"/>
                        </a:rPr>
                        <a:t>nghệ</a:t>
                      </a:r>
                      <a:r>
                        <a:rPr lang="en-US" sz="2000" b="1" dirty="0">
                          <a:latin typeface="Times New Roman" panose="02020603050405020304" pitchFamily="18" charset="0"/>
                          <a:cs typeface="Times New Roman" panose="02020603050405020304" pitchFamily="18" charset="0"/>
                        </a:rPr>
                        <a:t> </a:t>
                      </a:r>
                      <a:r>
                        <a:rPr lang="en-US" sz="2000" b="1" dirty="0" err="1">
                          <a:latin typeface="Times New Roman" panose="02020603050405020304" pitchFamily="18" charset="0"/>
                          <a:cs typeface="Times New Roman" panose="02020603050405020304" pitchFamily="18" charset="0"/>
                        </a:rPr>
                        <a:t>thông</a:t>
                      </a:r>
                      <a:r>
                        <a:rPr lang="en-US" sz="2000" b="1" dirty="0">
                          <a:latin typeface="Times New Roman" panose="02020603050405020304" pitchFamily="18" charset="0"/>
                          <a:cs typeface="Times New Roman" panose="02020603050405020304" pitchFamily="18" charset="0"/>
                        </a:rPr>
                        <a:t> tin – HA</a:t>
                      </a:r>
                      <a:endParaRPr lang="en-US" sz="2000" b="1" dirty="0">
                        <a:latin typeface="Times New Roman" panose="02020603050405020304" pitchFamily="18" charset="0"/>
                        <a:cs typeface="Times New Roman" panose="02020603050405020304" pitchFamily="18" charset="0"/>
                      </a:endParaRPr>
                    </a:p>
                  </a:txBody>
                  <a:tcPr/>
                </a:tc>
                <a:tc>
                  <a:txBody>
                    <a:bodyPr/>
                    <a:lstStyle/>
                    <a:p>
                      <a:pPr algn="r"/>
                      <a:r>
                        <a:rPr lang="en-US" sz="2000" b="1" dirty="0">
                          <a:latin typeface="Times New Roman" panose="02020603050405020304" pitchFamily="18" charset="0"/>
                          <a:cs typeface="Times New Roman" panose="02020603050405020304" pitchFamily="18" charset="0"/>
                        </a:rPr>
                        <a:t>75</a:t>
                      </a:r>
                      <a:endParaRPr lang="en-US" sz="2000" b="1" dirty="0">
                        <a:latin typeface="Times New Roman" panose="02020603050405020304" pitchFamily="18" charset="0"/>
                        <a:cs typeface="Times New Roman" panose="02020603050405020304" pitchFamily="18" charset="0"/>
                      </a:endParaRPr>
                    </a:p>
                  </a:txBody>
                  <a:tcPr/>
                </a:tc>
              </a:tr>
              <a:tr h="417833">
                <a:tc>
                  <a:txBody>
                    <a:bodyPr/>
                    <a:lstStyle/>
                    <a:p>
                      <a:r>
                        <a:rPr lang="en-US" sz="2000" b="1" dirty="0" err="1">
                          <a:latin typeface="Times New Roman" panose="02020603050405020304" pitchFamily="18" charset="0"/>
                          <a:cs typeface="Times New Roman" panose="02020603050405020304" pitchFamily="18" charset="0"/>
                        </a:rPr>
                        <a:t>Mạng</a:t>
                      </a:r>
                      <a:r>
                        <a:rPr lang="en-US" sz="2000" b="1" dirty="0">
                          <a:latin typeface="Times New Roman" panose="02020603050405020304" pitchFamily="18" charset="0"/>
                          <a:cs typeface="Times New Roman" panose="02020603050405020304" pitchFamily="18" charset="0"/>
                        </a:rPr>
                        <a:t> </a:t>
                      </a:r>
                      <a:r>
                        <a:rPr lang="en-US" sz="2000" b="1" dirty="0" err="1">
                          <a:latin typeface="Times New Roman" panose="02020603050405020304" pitchFamily="18" charset="0"/>
                          <a:cs typeface="Times New Roman" panose="02020603050405020304" pitchFamily="18" charset="0"/>
                        </a:rPr>
                        <a:t>máy</a:t>
                      </a:r>
                      <a:r>
                        <a:rPr lang="en-US" sz="2000" b="1" dirty="0">
                          <a:latin typeface="Times New Roman" panose="02020603050405020304" pitchFamily="18" charset="0"/>
                          <a:cs typeface="Times New Roman" panose="02020603050405020304" pitchFamily="18" charset="0"/>
                        </a:rPr>
                        <a:t> </a:t>
                      </a:r>
                      <a:r>
                        <a:rPr lang="en-US" sz="2000" b="1" dirty="0" err="1">
                          <a:latin typeface="Times New Roman" panose="02020603050405020304" pitchFamily="18" charset="0"/>
                          <a:cs typeface="Times New Roman" panose="02020603050405020304" pitchFamily="18" charset="0"/>
                        </a:rPr>
                        <a:t>tính</a:t>
                      </a:r>
                      <a:r>
                        <a:rPr lang="en-US" sz="2000" b="1" dirty="0">
                          <a:latin typeface="Times New Roman" panose="02020603050405020304" pitchFamily="18" charset="0"/>
                          <a:cs typeface="Times New Roman" panose="02020603050405020304" pitchFamily="18" charset="0"/>
                        </a:rPr>
                        <a:t> </a:t>
                      </a:r>
                      <a:r>
                        <a:rPr lang="en-US" sz="2000" b="1" dirty="0" err="1">
                          <a:latin typeface="Times New Roman" panose="02020603050405020304" pitchFamily="18" charset="0"/>
                          <a:cs typeface="Times New Roman" panose="02020603050405020304" pitchFamily="18" charset="0"/>
                        </a:rPr>
                        <a:t>và</a:t>
                      </a:r>
                      <a:r>
                        <a:rPr lang="en-US" sz="2000" b="1" dirty="0">
                          <a:latin typeface="Times New Roman" panose="02020603050405020304" pitchFamily="18" charset="0"/>
                          <a:cs typeface="Times New Roman" panose="02020603050405020304" pitchFamily="18" charset="0"/>
                        </a:rPr>
                        <a:t> </a:t>
                      </a:r>
                      <a:r>
                        <a:rPr lang="en-US" sz="2000" b="1" dirty="0" err="1">
                          <a:latin typeface="Times New Roman" panose="02020603050405020304" pitchFamily="18" charset="0"/>
                          <a:cs typeface="Times New Roman" panose="02020603050405020304" pitchFamily="18" charset="0"/>
                        </a:rPr>
                        <a:t>truyền</a:t>
                      </a:r>
                      <a:r>
                        <a:rPr lang="en-US" sz="2000" b="1" dirty="0">
                          <a:latin typeface="Times New Roman" panose="02020603050405020304" pitchFamily="18" charset="0"/>
                          <a:cs typeface="Times New Roman" panose="02020603050405020304" pitchFamily="18" charset="0"/>
                        </a:rPr>
                        <a:t> </a:t>
                      </a:r>
                      <a:r>
                        <a:rPr lang="en-US" sz="2000" b="1" dirty="0" err="1">
                          <a:latin typeface="Times New Roman" panose="02020603050405020304" pitchFamily="18" charset="0"/>
                          <a:cs typeface="Times New Roman" panose="02020603050405020304" pitchFamily="18" charset="0"/>
                        </a:rPr>
                        <a:t>thông</a:t>
                      </a:r>
                      <a:r>
                        <a:rPr lang="en-US" sz="2000" b="1" dirty="0">
                          <a:latin typeface="Times New Roman" panose="02020603050405020304" pitchFamily="18" charset="0"/>
                          <a:cs typeface="Times New Roman" panose="02020603050405020304" pitchFamily="18" charset="0"/>
                        </a:rPr>
                        <a:t> </a:t>
                      </a:r>
                      <a:r>
                        <a:rPr lang="en-US" sz="2000" b="1" dirty="0" err="1">
                          <a:latin typeface="Times New Roman" panose="02020603050405020304" pitchFamily="18" charset="0"/>
                          <a:cs typeface="Times New Roman" panose="02020603050405020304" pitchFamily="18" charset="0"/>
                        </a:rPr>
                        <a:t>dữ</a:t>
                      </a:r>
                      <a:r>
                        <a:rPr lang="en-US" sz="2000" b="1" dirty="0">
                          <a:latin typeface="Times New Roman" panose="02020603050405020304" pitchFamily="18" charset="0"/>
                          <a:cs typeface="Times New Roman" panose="02020603050405020304" pitchFamily="18" charset="0"/>
                        </a:rPr>
                        <a:t> </a:t>
                      </a:r>
                      <a:r>
                        <a:rPr lang="en-US" sz="2000" b="1" dirty="0" err="1">
                          <a:latin typeface="Times New Roman" panose="02020603050405020304" pitchFamily="18" charset="0"/>
                          <a:cs typeface="Times New Roman" panose="02020603050405020304" pitchFamily="18" charset="0"/>
                        </a:rPr>
                        <a:t>liệu</a:t>
                      </a:r>
                      <a:endParaRPr lang="en-US" sz="2000" b="1" dirty="0">
                        <a:latin typeface="Times New Roman" panose="02020603050405020304" pitchFamily="18" charset="0"/>
                        <a:cs typeface="Times New Roman" panose="02020603050405020304" pitchFamily="18" charset="0"/>
                      </a:endParaRPr>
                    </a:p>
                  </a:txBody>
                  <a:tcPr/>
                </a:tc>
                <a:tc>
                  <a:txBody>
                    <a:bodyPr/>
                    <a:lstStyle/>
                    <a:p>
                      <a:pPr algn="r"/>
                      <a:r>
                        <a:rPr lang="en-US" sz="2000" b="1" dirty="0">
                          <a:latin typeface="Times New Roman" panose="02020603050405020304" pitchFamily="18" charset="0"/>
                          <a:cs typeface="Times New Roman" panose="02020603050405020304" pitchFamily="18" charset="0"/>
                        </a:rPr>
                        <a:t>149</a:t>
                      </a:r>
                      <a:endParaRPr lang="en-US" sz="2000" b="1" dirty="0">
                        <a:latin typeface="Times New Roman" panose="02020603050405020304" pitchFamily="18" charset="0"/>
                        <a:cs typeface="Times New Roman" panose="02020603050405020304" pitchFamily="18" charset="0"/>
                      </a:endParaRPr>
                    </a:p>
                  </a:txBody>
                  <a:tcPr/>
                </a:tc>
              </a:tr>
              <a:tr h="417833">
                <a:tc>
                  <a:txBody>
                    <a:bodyPr/>
                    <a:lstStyle/>
                    <a:p>
                      <a:r>
                        <a:rPr lang="en-US" sz="2000" b="1" dirty="0" err="1">
                          <a:latin typeface="Times New Roman" panose="02020603050405020304" pitchFamily="18" charset="0"/>
                          <a:cs typeface="Times New Roman" panose="02020603050405020304" pitchFamily="18" charset="0"/>
                        </a:rPr>
                        <a:t>Kỹ</a:t>
                      </a:r>
                      <a:r>
                        <a:rPr lang="en-US" sz="2000" b="1" dirty="0">
                          <a:latin typeface="Times New Roman" panose="02020603050405020304" pitchFamily="18" charset="0"/>
                          <a:cs typeface="Times New Roman" panose="02020603050405020304" pitchFamily="18" charset="0"/>
                        </a:rPr>
                        <a:t> </a:t>
                      </a:r>
                      <a:r>
                        <a:rPr lang="en-US" sz="2000" b="1" dirty="0" err="1">
                          <a:latin typeface="Times New Roman" panose="02020603050405020304" pitchFamily="18" charset="0"/>
                          <a:cs typeface="Times New Roman" panose="02020603050405020304" pitchFamily="18" charset="0"/>
                        </a:rPr>
                        <a:t>thuật</a:t>
                      </a:r>
                      <a:r>
                        <a:rPr lang="en-US" sz="2000" b="1" dirty="0">
                          <a:latin typeface="Times New Roman" panose="02020603050405020304" pitchFamily="18" charset="0"/>
                          <a:cs typeface="Times New Roman" panose="02020603050405020304" pitchFamily="18" charset="0"/>
                        </a:rPr>
                        <a:t> </a:t>
                      </a:r>
                      <a:r>
                        <a:rPr lang="en-US" sz="2000" b="1" dirty="0" err="1">
                          <a:latin typeface="Times New Roman" panose="02020603050405020304" pitchFamily="18" charset="0"/>
                          <a:cs typeface="Times New Roman" panose="02020603050405020304" pitchFamily="18" charset="0"/>
                        </a:rPr>
                        <a:t>phần</a:t>
                      </a:r>
                      <a:r>
                        <a:rPr lang="en-US" sz="2000" b="1" dirty="0">
                          <a:latin typeface="Times New Roman" panose="02020603050405020304" pitchFamily="18" charset="0"/>
                          <a:cs typeface="Times New Roman" panose="02020603050405020304" pitchFamily="18" charset="0"/>
                        </a:rPr>
                        <a:t> </a:t>
                      </a:r>
                      <a:r>
                        <a:rPr lang="en-US" sz="2000" b="1" dirty="0" err="1">
                          <a:latin typeface="Times New Roman" panose="02020603050405020304" pitchFamily="18" charset="0"/>
                          <a:cs typeface="Times New Roman" panose="02020603050405020304" pitchFamily="18" charset="0"/>
                        </a:rPr>
                        <a:t>mềm</a:t>
                      </a:r>
                      <a:endParaRPr lang="en-US" sz="2000" b="1" dirty="0">
                        <a:latin typeface="Times New Roman" panose="02020603050405020304" pitchFamily="18" charset="0"/>
                        <a:cs typeface="Times New Roman" panose="02020603050405020304" pitchFamily="18" charset="0"/>
                      </a:endParaRPr>
                    </a:p>
                  </a:txBody>
                  <a:tcPr/>
                </a:tc>
                <a:tc>
                  <a:txBody>
                    <a:bodyPr/>
                    <a:lstStyle/>
                    <a:p>
                      <a:pPr algn="r"/>
                      <a:r>
                        <a:rPr lang="en-US" sz="2000" b="1" dirty="0">
                          <a:latin typeface="Times New Roman" panose="02020603050405020304" pitchFamily="18" charset="0"/>
                          <a:cs typeface="Times New Roman" panose="02020603050405020304" pitchFamily="18" charset="0"/>
                        </a:rPr>
                        <a:t>266</a:t>
                      </a:r>
                      <a:endParaRPr lang="en-US" sz="2000" b="1" dirty="0">
                        <a:latin typeface="Times New Roman" panose="02020603050405020304" pitchFamily="18" charset="0"/>
                        <a:cs typeface="Times New Roman" panose="02020603050405020304" pitchFamily="18" charset="0"/>
                      </a:endParaRPr>
                    </a:p>
                  </a:txBody>
                  <a:tcPr/>
                </a:tc>
              </a:tr>
              <a:tr h="417833">
                <a:tc>
                  <a:txBody>
                    <a:bodyPr/>
                    <a:lstStyle/>
                    <a:p>
                      <a:r>
                        <a:rPr lang="en-US" sz="2000" b="1" dirty="0" err="1">
                          <a:latin typeface="Times New Roman" panose="02020603050405020304" pitchFamily="18" charset="0"/>
                          <a:cs typeface="Times New Roman" panose="02020603050405020304" pitchFamily="18" charset="0"/>
                        </a:rPr>
                        <a:t>Hệ</a:t>
                      </a:r>
                      <a:r>
                        <a:rPr lang="en-US" sz="2000" b="1" dirty="0">
                          <a:latin typeface="Times New Roman" panose="02020603050405020304" pitchFamily="18" charset="0"/>
                          <a:cs typeface="Times New Roman" panose="02020603050405020304" pitchFamily="18" charset="0"/>
                        </a:rPr>
                        <a:t> </a:t>
                      </a:r>
                      <a:r>
                        <a:rPr lang="en-US" sz="2000" b="1" dirty="0" err="1">
                          <a:latin typeface="Times New Roman" panose="02020603050405020304" pitchFamily="18" charset="0"/>
                          <a:cs typeface="Times New Roman" panose="02020603050405020304" pitchFamily="18" charset="0"/>
                        </a:rPr>
                        <a:t>thống</a:t>
                      </a:r>
                      <a:r>
                        <a:rPr lang="en-US" sz="2000" b="1" dirty="0">
                          <a:latin typeface="Times New Roman" panose="02020603050405020304" pitchFamily="18" charset="0"/>
                          <a:cs typeface="Times New Roman" panose="02020603050405020304" pitchFamily="18" charset="0"/>
                        </a:rPr>
                        <a:t> </a:t>
                      </a:r>
                      <a:r>
                        <a:rPr lang="en-US" sz="2000" b="1" dirty="0" err="1">
                          <a:latin typeface="Times New Roman" panose="02020603050405020304" pitchFamily="18" charset="0"/>
                          <a:cs typeface="Times New Roman" panose="02020603050405020304" pitchFamily="18" charset="0"/>
                        </a:rPr>
                        <a:t>thông</a:t>
                      </a:r>
                      <a:r>
                        <a:rPr lang="en-US" sz="2000" b="1" dirty="0">
                          <a:latin typeface="Times New Roman" panose="02020603050405020304" pitchFamily="18" charset="0"/>
                          <a:cs typeface="Times New Roman" panose="02020603050405020304" pitchFamily="18" charset="0"/>
                        </a:rPr>
                        <a:t> tin </a:t>
                      </a:r>
                      <a:endParaRPr lang="en-US" sz="2000" b="1" dirty="0">
                        <a:latin typeface="Times New Roman" panose="02020603050405020304" pitchFamily="18" charset="0"/>
                        <a:cs typeface="Times New Roman" panose="02020603050405020304" pitchFamily="18" charset="0"/>
                      </a:endParaRPr>
                    </a:p>
                  </a:txBody>
                  <a:tcPr/>
                </a:tc>
                <a:tc>
                  <a:txBody>
                    <a:bodyPr/>
                    <a:lstStyle/>
                    <a:p>
                      <a:pPr algn="r"/>
                      <a:r>
                        <a:rPr lang="en-US" sz="2000" b="1" dirty="0">
                          <a:latin typeface="Times New Roman" panose="02020603050405020304" pitchFamily="18" charset="0"/>
                          <a:cs typeface="Times New Roman" panose="02020603050405020304" pitchFamily="18" charset="0"/>
                        </a:rPr>
                        <a:t>135</a:t>
                      </a:r>
                      <a:endParaRPr lang="en-US" sz="2000" b="1" dirty="0">
                        <a:latin typeface="Times New Roman" panose="02020603050405020304" pitchFamily="18" charset="0"/>
                        <a:cs typeface="Times New Roman" panose="02020603050405020304" pitchFamily="18" charset="0"/>
                      </a:endParaRPr>
                    </a:p>
                  </a:txBody>
                  <a:tcPr/>
                </a:tc>
              </a:tr>
              <a:tr h="417833">
                <a:tc>
                  <a:txBody>
                    <a:bodyPr/>
                    <a:lstStyle/>
                    <a:p>
                      <a:r>
                        <a:rPr lang="en-US" sz="2000" b="1" dirty="0">
                          <a:latin typeface="Times New Roman" panose="02020603050405020304" pitchFamily="18" charset="0"/>
                          <a:cs typeface="Times New Roman" panose="02020603050405020304" pitchFamily="18" charset="0"/>
                        </a:rPr>
                        <a:t>Khoa </a:t>
                      </a:r>
                      <a:r>
                        <a:rPr lang="en-US" sz="2000" b="1" dirty="0" err="1">
                          <a:latin typeface="Times New Roman" panose="02020603050405020304" pitchFamily="18" charset="0"/>
                          <a:cs typeface="Times New Roman" panose="02020603050405020304" pitchFamily="18" charset="0"/>
                        </a:rPr>
                        <a:t>học</a:t>
                      </a:r>
                      <a:r>
                        <a:rPr lang="en-US" sz="2000" b="1" dirty="0">
                          <a:latin typeface="Times New Roman" panose="02020603050405020304" pitchFamily="18" charset="0"/>
                          <a:cs typeface="Times New Roman" panose="02020603050405020304" pitchFamily="18" charset="0"/>
                        </a:rPr>
                        <a:t> </a:t>
                      </a:r>
                      <a:r>
                        <a:rPr lang="en-US" sz="2000" b="1" dirty="0" err="1">
                          <a:latin typeface="Times New Roman" panose="02020603050405020304" pitchFamily="18" charset="0"/>
                          <a:cs typeface="Times New Roman" panose="02020603050405020304" pitchFamily="18" charset="0"/>
                        </a:rPr>
                        <a:t>máy</a:t>
                      </a:r>
                      <a:r>
                        <a:rPr lang="en-US" sz="2000" b="1" dirty="0">
                          <a:latin typeface="Times New Roman" panose="02020603050405020304" pitchFamily="18" charset="0"/>
                          <a:cs typeface="Times New Roman" panose="02020603050405020304" pitchFamily="18" charset="0"/>
                        </a:rPr>
                        <a:t> </a:t>
                      </a:r>
                      <a:r>
                        <a:rPr lang="en-US" sz="2000" b="1" dirty="0" err="1">
                          <a:latin typeface="Times New Roman" panose="02020603050405020304" pitchFamily="18" charset="0"/>
                          <a:cs typeface="Times New Roman" panose="02020603050405020304" pitchFamily="18" charset="0"/>
                        </a:rPr>
                        <a:t>tính</a:t>
                      </a:r>
                      <a:endParaRPr lang="en-US" sz="2000" b="1" dirty="0">
                        <a:latin typeface="Times New Roman" panose="02020603050405020304" pitchFamily="18" charset="0"/>
                        <a:cs typeface="Times New Roman" panose="02020603050405020304" pitchFamily="18" charset="0"/>
                      </a:endParaRPr>
                    </a:p>
                  </a:txBody>
                  <a:tcPr/>
                </a:tc>
                <a:tc>
                  <a:txBody>
                    <a:bodyPr/>
                    <a:lstStyle/>
                    <a:p>
                      <a:pPr algn="r"/>
                      <a:r>
                        <a:rPr lang="en-US" sz="2000" b="1" dirty="0">
                          <a:latin typeface="Times New Roman" panose="02020603050405020304" pitchFamily="18" charset="0"/>
                          <a:cs typeface="Times New Roman" panose="02020603050405020304" pitchFamily="18" charset="0"/>
                        </a:rPr>
                        <a:t>178</a:t>
                      </a:r>
                      <a:endParaRPr lang="en-US" sz="2000" b="1" dirty="0">
                        <a:latin typeface="Times New Roman" panose="02020603050405020304" pitchFamily="18" charset="0"/>
                        <a:cs typeface="Times New Roman" panose="02020603050405020304" pitchFamily="18" charset="0"/>
                      </a:endParaRPr>
                    </a:p>
                  </a:txBody>
                  <a:tcPr/>
                </a:tc>
              </a:tr>
              <a:tr h="417833">
                <a:tc>
                  <a:txBody>
                    <a:bodyPr/>
                    <a:lstStyle/>
                    <a:p>
                      <a:r>
                        <a:rPr lang="en-US" sz="2000" b="1" dirty="0">
                          <a:latin typeface="Times New Roman" panose="02020603050405020304" pitchFamily="18" charset="0"/>
                          <a:cs typeface="Times New Roman" panose="02020603050405020304" pitchFamily="18" charset="0"/>
                        </a:rPr>
                        <a:t>Tin </a:t>
                      </a:r>
                      <a:r>
                        <a:rPr lang="en-US" sz="2000" b="1" dirty="0" err="1">
                          <a:latin typeface="Times New Roman" panose="02020603050405020304" pitchFamily="18" charset="0"/>
                          <a:cs typeface="Times New Roman" panose="02020603050405020304" pitchFamily="18" charset="0"/>
                        </a:rPr>
                        <a:t>học</a:t>
                      </a:r>
                      <a:r>
                        <a:rPr lang="en-US" sz="2000" b="1" dirty="0">
                          <a:latin typeface="Times New Roman" panose="02020603050405020304" pitchFamily="18" charset="0"/>
                          <a:cs typeface="Times New Roman" panose="02020603050405020304" pitchFamily="18" charset="0"/>
                        </a:rPr>
                        <a:t> </a:t>
                      </a:r>
                      <a:r>
                        <a:rPr lang="en-US" sz="2000" b="1" dirty="0" err="1">
                          <a:latin typeface="Times New Roman" panose="02020603050405020304" pitchFamily="18" charset="0"/>
                          <a:cs typeface="Times New Roman" panose="02020603050405020304" pitchFamily="18" charset="0"/>
                        </a:rPr>
                        <a:t>Ứng</a:t>
                      </a:r>
                      <a:r>
                        <a:rPr lang="en-US" sz="2000" b="1" dirty="0">
                          <a:latin typeface="Times New Roman" panose="02020603050405020304" pitchFamily="18" charset="0"/>
                          <a:cs typeface="Times New Roman" panose="02020603050405020304" pitchFamily="18" charset="0"/>
                        </a:rPr>
                        <a:t> </a:t>
                      </a:r>
                      <a:r>
                        <a:rPr lang="en-US" sz="2000" b="1" dirty="0" err="1">
                          <a:latin typeface="Times New Roman" panose="02020603050405020304" pitchFamily="18" charset="0"/>
                          <a:cs typeface="Times New Roman" panose="02020603050405020304" pitchFamily="18" charset="0"/>
                        </a:rPr>
                        <a:t>dụng</a:t>
                      </a:r>
                      <a:endParaRPr lang="en-US" sz="2000" b="1" dirty="0">
                        <a:latin typeface="Times New Roman" panose="02020603050405020304" pitchFamily="18" charset="0"/>
                        <a:cs typeface="Times New Roman" panose="02020603050405020304" pitchFamily="18" charset="0"/>
                      </a:endParaRPr>
                    </a:p>
                  </a:txBody>
                  <a:tcPr/>
                </a:tc>
                <a:tc>
                  <a:txBody>
                    <a:bodyPr/>
                    <a:lstStyle/>
                    <a:p>
                      <a:pPr algn="r"/>
                      <a:r>
                        <a:rPr lang="en-US" sz="2000" b="1" dirty="0">
                          <a:latin typeface="Times New Roman" panose="02020603050405020304" pitchFamily="18" charset="0"/>
                          <a:cs typeface="Times New Roman" panose="02020603050405020304" pitchFamily="18" charset="0"/>
                        </a:rPr>
                        <a:t>32</a:t>
                      </a:r>
                      <a:endParaRPr lang="en-US" sz="2000" b="1" dirty="0">
                        <a:latin typeface="Times New Roman" panose="02020603050405020304" pitchFamily="18" charset="0"/>
                        <a:cs typeface="Times New Roman" panose="02020603050405020304" pitchFamily="18" charset="0"/>
                      </a:endParaRPr>
                    </a:p>
                  </a:txBody>
                  <a:tcPr/>
                </a:tc>
              </a:tr>
              <a:tr h="417833">
                <a:tc>
                  <a:txBody>
                    <a:bodyPr/>
                    <a:lstStyle/>
                    <a:p>
                      <a:r>
                        <a:rPr lang="en-US" sz="2000" b="1" dirty="0" err="1">
                          <a:latin typeface="Times New Roman" panose="02020603050405020304" pitchFamily="18" charset="0"/>
                          <a:cs typeface="Times New Roman" panose="02020603050405020304" pitchFamily="18" charset="0"/>
                        </a:rPr>
                        <a:t>Tổng</a:t>
                      </a:r>
                      <a:endParaRPr lang="en-US" sz="2000" b="1" dirty="0" err="1">
                        <a:latin typeface="Times New Roman" panose="02020603050405020304" pitchFamily="18" charset="0"/>
                        <a:cs typeface="Times New Roman" panose="02020603050405020304" pitchFamily="18" charset="0"/>
                      </a:endParaRPr>
                    </a:p>
                  </a:txBody>
                  <a:tcPr/>
                </a:tc>
                <a:tc>
                  <a:txBody>
                    <a:bodyPr/>
                    <a:lstStyle/>
                    <a:p>
                      <a:pPr algn="r"/>
                      <a:r>
                        <a:rPr lang="en-US" sz="2000" b="1" dirty="0">
                          <a:latin typeface="Times New Roman" panose="02020603050405020304" pitchFamily="18" charset="0"/>
                          <a:cs typeface="Times New Roman" panose="02020603050405020304" pitchFamily="18" charset="0"/>
                        </a:rPr>
                        <a:t>1251</a:t>
                      </a:r>
                      <a:endParaRPr lang="en-US" sz="2000" b="1" dirty="0">
                        <a:latin typeface="Times New Roman" panose="02020603050405020304" pitchFamily="18" charset="0"/>
                        <a:cs typeface="Times New Roman" panose="02020603050405020304" pitchFamily="18" charset="0"/>
                      </a:endParaRPr>
                    </a:p>
                  </a:txBody>
                  <a:tcPr/>
                </a:tc>
              </a:tr>
            </a:tbl>
          </a:graphicData>
        </a:graphic>
      </p:graphicFrame>
    </p:spTree>
  </p:cSld>
  <p:clrMapOvr>
    <a:masterClrMapping/>
  </p:clrMapOvr>
  <mc:AlternateContent xmlns:mc="http://schemas.openxmlformats.org/markup-compatibility/2006">
    <mc:Choice xmlns:p14="http://schemas.microsoft.com/office/powerpoint/2010/main" Requires="p14">
      <p:transition spd="slow" p14:dur="1600">
        <p14:prism isInverted="1"/>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 presetClass="entr" presetSubtype="1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checkerboard(across)">
                                      <p:cBhvr>
                                        <p:cTn id="7" dur="500"/>
                                        <p:tgtEl>
                                          <p:spTgt spid="6"/>
                                        </p:tgtEl>
                                      </p:cBhvr>
                                    </p:animEffect>
                                  </p:childTnLst>
                                </p:cTn>
                              </p:par>
                            </p:childTnLst>
                          </p:cTn>
                        </p:par>
                      </p:childTnLst>
                    </p:cTn>
                  </p:par>
                  <p:par>
                    <p:cTn id="8" fill="hold">
                      <p:stCondLst>
                        <p:cond delay="indefinite"/>
                      </p:stCondLst>
                      <p:childTnLst>
                        <p:par>
                          <p:cTn id="9" fill="hold">
                            <p:stCondLst>
                              <p:cond delay="0"/>
                            </p:stCondLst>
                            <p:childTnLst>
                              <p:par>
                                <p:cTn id="10" presetID="5" presetClass="entr" presetSubtype="10" fill="hold" nodeType="click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checkerboard(across)">
                                      <p:cBhvr>
                                        <p:cTn id="12" dur="500"/>
                                        <p:tgtEl>
                                          <p:spTgt spid="4"/>
                                        </p:tgtEl>
                                      </p:cBhvr>
                                    </p:animEffect>
                                  </p:childTnLst>
                                </p:cTn>
                              </p:par>
                            </p:childTnLst>
                          </p:cTn>
                        </p:par>
                      </p:childTnLst>
                    </p:cTn>
                  </p:par>
                  <p:par>
                    <p:cTn id="13" fill="hold">
                      <p:stCondLst>
                        <p:cond delay="indefinite"/>
                      </p:stCondLst>
                      <p:childTnLst>
                        <p:par>
                          <p:cTn id="14" fill="hold">
                            <p:stCondLst>
                              <p:cond delay="0"/>
                            </p:stCondLst>
                            <p:childTnLst>
                              <p:par>
                                <p:cTn id="15" presetID="4" presetClass="entr" presetSubtype="16" fill="hold" grpId="0" nodeType="clickEffect">
                                  <p:stCondLst>
                                    <p:cond delay="0"/>
                                  </p:stCondLst>
                                  <p:childTnLst>
                                    <p:set>
                                      <p:cBhvr>
                                        <p:cTn id="16" dur="1" fill="hold">
                                          <p:stCondLst>
                                            <p:cond delay="0"/>
                                          </p:stCondLst>
                                        </p:cTn>
                                        <p:tgtEl>
                                          <p:spTgt spid="3">
                                            <p:txEl>
                                              <p:pRg st="0" end="0"/>
                                            </p:txEl>
                                          </p:spTgt>
                                        </p:tgtEl>
                                        <p:attrNameLst>
                                          <p:attrName>style.visibility</p:attrName>
                                        </p:attrNameLst>
                                      </p:cBhvr>
                                      <p:to>
                                        <p:strVal val="visible"/>
                                      </p:to>
                                    </p:set>
                                    <p:animEffect transition="in" filter="box(in)">
                                      <p:cBhvr>
                                        <p:cTn id="17" dur="2000"/>
                                        <p:tgtEl>
                                          <p:spTgt spid="3">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6" grpId="1" animBg="1"/>
      <p:bldP spid="3" grpId="0" build="p"/>
      <p:bldP spid="3" grpId="1" build="p"/>
    </p:bld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1491</Words>
  <Application>WPS Presentation</Application>
  <PresentationFormat>Widescreen</PresentationFormat>
  <Paragraphs>91</Paragraphs>
  <Slides>8</Slides>
  <Notes>0</Notes>
  <HiddenSlides>0</HiddenSlides>
  <MMClips>0</MMClips>
  <ScaleCrop>false</ScaleCrop>
  <HeadingPairs>
    <vt:vector size="6" baseType="variant">
      <vt:variant>
        <vt:lpstr>已用的字体</vt:lpstr>
      </vt:variant>
      <vt:variant>
        <vt:i4>9</vt:i4>
      </vt:variant>
      <vt:variant>
        <vt:lpstr>主题</vt:lpstr>
      </vt:variant>
      <vt:variant>
        <vt:i4>1</vt:i4>
      </vt:variant>
      <vt:variant>
        <vt:lpstr>幻灯片标题</vt:lpstr>
      </vt:variant>
      <vt:variant>
        <vt:i4>8</vt:i4>
      </vt:variant>
    </vt:vector>
  </HeadingPairs>
  <TitlesOfParts>
    <vt:vector size="18" baseType="lpstr">
      <vt:lpstr>Arial</vt:lpstr>
      <vt:lpstr>SimSun</vt:lpstr>
      <vt:lpstr>Wingdings</vt:lpstr>
      <vt:lpstr>Times New Roman</vt:lpstr>
      <vt:lpstr>Microsoft YaHei</vt:lpstr>
      <vt:lpstr>Arial Unicode MS</vt:lpstr>
      <vt:lpstr>Aptos</vt:lpstr>
      <vt:lpstr>Segoe UI</vt:lpstr>
      <vt:lpstr>Calibri</vt:lpstr>
      <vt:lpstr>Office Theme</vt:lpstr>
      <vt:lpstr>BỐ CỤC MỘT BÀI THUYẾT TRÌNH</vt:lpstr>
      <vt:lpstr>Giới thiệu</vt:lpstr>
      <vt:lpstr>Phần mở đầu</vt:lpstr>
      <vt:lpstr>Phần chính</vt:lpstr>
      <vt:lpstr>Phần kết</vt:lpstr>
      <vt:lpstr>Cảm ơn sự chú ý của quý vị</vt:lpstr>
      <vt:lpstr>Ví dụ : sử dụng một đoạn trích dẫn khi giới thiệu</vt:lpstr>
      <vt:lpstr>Ví dụ minh chứng một vấn đề</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tranminh060807@gmail.com</dc:creator>
  <cp:lastModifiedBy>Ta Vinh Lan B2509737</cp:lastModifiedBy>
  <cp:revision>3</cp:revision>
  <dcterms:created xsi:type="dcterms:W3CDTF">2026-02-02T15:43:00Z</dcterms:created>
  <dcterms:modified xsi:type="dcterms:W3CDTF">2026-02-04T15:01:17Z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BAF0C35FE0AE4A2DAEEB5021B1DE6815_12</vt:lpwstr>
  </property>
  <property fmtid="{D5CDD505-2E9C-101B-9397-08002B2CF9AE}" pid="3" name="KSOProductBuildVer">
    <vt:lpwstr>1033-12.2.0.23196</vt:lpwstr>
  </property>
</Properties>
</file>